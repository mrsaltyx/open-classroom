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01"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Lst>
  <p:sldSz cx="12192000" cy="6858000"/>
  <p:notesSz cx="6858000" cy="9144000"/>
  <p:embeddedFontLst>
    <p:embeddedFont>
      <p:font typeface="Calisto MT" panose="02040603050505030304" pitchFamily="18" charset="0"/>
      <p:regular r:id="rId17"/>
      <p:bold r:id="rId18"/>
      <p:italic r:id="rId19"/>
      <p:boldItalic r:id="rId20"/>
    </p:embeddedFont>
    <p:embeddedFont>
      <p:font typeface="Century Gothic" panose="020B0502020202020204" pitchFamily="34" charset="0"/>
      <p:regular r:id="rId21"/>
      <p:bold r:id="rId22"/>
      <p:italic r:id="rId23"/>
      <p:boldItalic r:id="rId24"/>
    </p:embeddedFont>
    <p:embeddedFont>
      <p:font typeface="Wingdings 2" panose="05020102010507070707" pitchFamily="18" charset="2"/>
      <p:regular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irjfFyYNBG5sNntC35Cbhoqt17C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1F05D9-7BAC-4138-B9D3-9181C84A42E1}" v="68" dt="2025-05-22T11:02:59.04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759"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thouvenin" userId="4fdab10e23d8eab5" providerId="LiveId" clId="{FD355E29-739A-4F14-867C-B1509376AA9A}"/>
    <pc:docChg chg="undo custSel modSld">
      <pc:chgData name="thomas thouvenin" userId="4fdab10e23d8eab5" providerId="LiveId" clId="{FD355E29-739A-4F14-867C-B1509376AA9A}" dt="2024-11-23T11:02:19.535" v="932" actId="20577"/>
      <pc:docMkLst>
        <pc:docMk/>
      </pc:docMkLst>
      <pc:sldChg chg="modSp mod">
        <pc:chgData name="thomas thouvenin" userId="4fdab10e23d8eab5" providerId="LiveId" clId="{FD355E29-739A-4F14-867C-B1509376AA9A}" dt="2024-11-23T10:57:12.904" v="384" actId="20577"/>
        <pc:sldMkLst>
          <pc:docMk/>
          <pc:sldMk cId="0" sldId="257"/>
        </pc:sldMkLst>
      </pc:sldChg>
      <pc:sldChg chg="modSp mod">
        <pc:chgData name="thomas thouvenin" userId="4fdab10e23d8eab5" providerId="LiveId" clId="{FD355E29-739A-4F14-867C-B1509376AA9A}" dt="2024-11-23T10:57:21.392" v="385" actId="1076"/>
        <pc:sldMkLst>
          <pc:docMk/>
          <pc:sldMk cId="0" sldId="258"/>
        </pc:sldMkLst>
      </pc:sldChg>
      <pc:sldChg chg="modSp mod">
        <pc:chgData name="thomas thouvenin" userId="4fdab10e23d8eab5" providerId="LiveId" clId="{FD355E29-739A-4F14-867C-B1509376AA9A}" dt="2024-11-23T10:58:33.146" v="441" actId="20577"/>
        <pc:sldMkLst>
          <pc:docMk/>
          <pc:sldMk cId="0" sldId="259"/>
        </pc:sldMkLst>
      </pc:sldChg>
      <pc:sldChg chg="modSp mod">
        <pc:chgData name="thomas thouvenin" userId="4fdab10e23d8eab5" providerId="LiveId" clId="{FD355E29-739A-4F14-867C-B1509376AA9A}" dt="2024-11-23T11:01:20.780" v="813" actId="20577"/>
        <pc:sldMkLst>
          <pc:docMk/>
          <pc:sldMk cId="0" sldId="260"/>
        </pc:sldMkLst>
      </pc:sldChg>
      <pc:sldChg chg="modSp mod">
        <pc:chgData name="thomas thouvenin" userId="4fdab10e23d8eab5" providerId="LiveId" clId="{FD355E29-739A-4F14-867C-B1509376AA9A}" dt="2024-11-23T11:02:19.535" v="932" actId="20577"/>
        <pc:sldMkLst>
          <pc:docMk/>
          <pc:sldMk cId="0" sldId="261"/>
        </pc:sldMkLst>
      </pc:sldChg>
    </pc:docChg>
  </pc:docChgLst>
  <pc:docChgLst>
    <pc:chgData name="thomas thouvenin" userId="4fdab10e23d8eab5" providerId="LiveId" clId="{D21F05D9-7BAC-4138-B9D3-9181C84A42E1}"/>
    <pc:docChg chg="undo redo custSel addSld delSld modSld">
      <pc:chgData name="thomas thouvenin" userId="4fdab10e23d8eab5" providerId="LiveId" clId="{D21F05D9-7BAC-4138-B9D3-9181C84A42E1}" dt="2025-05-22T11:02:59.042" v="5196"/>
      <pc:docMkLst>
        <pc:docMk/>
      </pc:docMkLst>
      <pc:sldChg chg="addSp delSp modSp mod">
        <pc:chgData name="thomas thouvenin" userId="4fdab10e23d8eab5" providerId="LiveId" clId="{D21F05D9-7BAC-4138-B9D3-9181C84A42E1}" dt="2025-05-01T10:56:10.176" v="1350" actId="1076"/>
        <pc:sldMkLst>
          <pc:docMk/>
          <pc:sldMk cId="0" sldId="256"/>
        </pc:sldMkLst>
        <pc:spChg chg="mod">
          <ac:chgData name="thomas thouvenin" userId="4fdab10e23d8eab5" providerId="LiveId" clId="{D21F05D9-7BAC-4138-B9D3-9181C84A42E1}" dt="2025-05-01T10:56:10.176" v="1350" actId="1076"/>
          <ac:spMkLst>
            <pc:docMk/>
            <pc:sldMk cId="0" sldId="256"/>
            <ac:spMk id="120" creationId="{00000000-0000-0000-0000-000000000000}"/>
          </ac:spMkLst>
        </pc:spChg>
        <pc:spChg chg="mod">
          <ac:chgData name="thomas thouvenin" userId="4fdab10e23d8eab5" providerId="LiveId" clId="{D21F05D9-7BAC-4138-B9D3-9181C84A42E1}" dt="2025-04-12T12:20:25.213" v="612" actId="20577"/>
          <ac:spMkLst>
            <pc:docMk/>
            <pc:sldMk cId="0" sldId="256"/>
            <ac:spMk id="122" creationId="{00000000-0000-0000-0000-000000000000}"/>
          </ac:spMkLst>
        </pc:spChg>
        <pc:picChg chg="add mod">
          <ac:chgData name="thomas thouvenin" userId="4fdab10e23d8eab5" providerId="LiveId" clId="{D21F05D9-7BAC-4138-B9D3-9181C84A42E1}" dt="2025-04-12T12:19:53.114" v="576" actId="962"/>
          <ac:picMkLst>
            <pc:docMk/>
            <pc:sldMk cId="0" sldId="256"/>
            <ac:picMk id="5" creationId="{76563CB5-4781-6C95-DED8-B5F0F7F0280E}"/>
          </ac:picMkLst>
        </pc:picChg>
      </pc:sldChg>
      <pc:sldChg chg="addSp delSp modSp mod">
        <pc:chgData name="thomas thouvenin" userId="4fdab10e23d8eab5" providerId="LiveId" clId="{D21F05D9-7BAC-4138-B9D3-9181C84A42E1}" dt="2025-05-22T08:28:04.633" v="4157" actId="478"/>
        <pc:sldMkLst>
          <pc:docMk/>
          <pc:sldMk cId="0" sldId="257"/>
        </pc:sldMkLst>
        <pc:spChg chg="mod">
          <ac:chgData name="thomas thouvenin" userId="4fdab10e23d8eab5" providerId="LiveId" clId="{D21F05D9-7BAC-4138-B9D3-9181C84A42E1}" dt="2025-05-22T08:27:48.916" v="4156"/>
          <ac:spMkLst>
            <pc:docMk/>
            <pc:sldMk cId="0" sldId="257"/>
            <ac:spMk id="130" creationId="{00000000-0000-0000-0000-000000000000}"/>
          </ac:spMkLst>
        </pc:spChg>
        <pc:spChg chg="mod">
          <ac:chgData name="thomas thouvenin" userId="4fdab10e23d8eab5" providerId="LiveId" clId="{D21F05D9-7BAC-4138-B9D3-9181C84A42E1}" dt="2025-05-22T08:27:48.916" v="4156"/>
          <ac:spMkLst>
            <pc:docMk/>
            <pc:sldMk cId="0" sldId="257"/>
            <ac:spMk id="131" creationId="{00000000-0000-0000-0000-000000000000}"/>
          </ac:spMkLst>
        </pc:spChg>
        <pc:spChg chg="add del mod">
          <ac:chgData name="thomas thouvenin" userId="4fdab10e23d8eab5" providerId="LiveId" clId="{D21F05D9-7BAC-4138-B9D3-9181C84A42E1}" dt="2025-05-22T08:28:04.633" v="4157" actId="478"/>
          <ac:spMkLst>
            <pc:docMk/>
            <pc:sldMk cId="0" sldId="257"/>
            <ac:spMk id="132" creationId="{00000000-0000-0000-0000-000000000000}"/>
          </ac:spMkLst>
        </pc:spChg>
      </pc:sldChg>
      <pc:sldChg chg="addSp delSp modSp mod modNotesTx">
        <pc:chgData name="thomas thouvenin" userId="4fdab10e23d8eab5" providerId="LiveId" clId="{D21F05D9-7BAC-4138-B9D3-9181C84A42E1}" dt="2025-05-22T08:29:49.286" v="4285" actId="20577"/>
        <pc:sldMkLst>
          <pc:docMk/>
          <pc:sldMk cId="0" sldId="258"/>
        </pc:sldMkLst>
        <pc:spChg chg="add mod">
          <ac:chgData name="thomas thouvenin" userId="4fdab10e23d8eab5" providerId="LiveId" clId="{D21F05D9-7BAC-4138-B9D3-9181C84A42E1}" dt="2025-05-12T13:45:30.852" v="1735" actId="21"/>
          <ac:spMkLst>
            <pc:docMk/>
            <pc:sldMk cId="0" sldId="258"/>
            <ac:spMk id="2" creationId="{CF5DD58A-EE26-ABB0-9C4F-3B18C607E6B1}"/>
          </ac:spMkLst>
        </pc:spChg>
        <pc:spChg chg="add mod">
          <ac:chgData name="thomas thouvenin" userId="4fdab10e23d8eab5" providerId="LiveId" clId="{D21F05D9-7BAC-4138-B9D3-9181C84A42E1}" dt="2025-05-12T13:57:38.175" v="2411" actId="14100"/>
          <ac:spMkLst>
            <pc:docMk/>
            <pc:sldMk cId="0" sldId="258"/>
            <ac:spMk id="3" creationId="{144D42A3-812F-2BE6-034F-5C00D4BA1F91}"/>
          </ac:spMkLst>
        </pc:spChg>
        <pc:spChg chg="add mod">
          <ac:chgData name="thomas thouvenin" userId="4fdab10e23d8eab5" providerId="LiveId" clId="{D21F05D9-7BAC-4138-B9D3-9181C84A42E1}" dt="2025-05-12T13:57:33.297" v="2410" actId="255"/>
          <ac:spMkLst>
            <pc:docMk/>
            <pc:sldMk cId="0" sldId="258"/>
            <ac:spMk id="4" creationId="{F5098932-C3E0-4F48-1BFE-80137E672499}"/>
          </ac:spMkLst>
        </pc:spChg>
        <pc:spChg chg="mod">
          <ac:chgData name="thomas thouvenin" userId="4fdab10e23d8eab5" providerId="LiveId" clId="{D21F05D9-7BAC-4138-B9D3-9181C84A42E1}" dt="2025-05-22T08:27:48.916" v="4156"/>
          <ac:spMkLst>
            <pc:docMk/>
            <pc:sldMk cId="0" sldId="258"/>
            <ac:spMk id="137" creationId="{00000000-0000-0000-0000-000000000000}"/>
          </ac:spMkLst>
        </pc:spChg>
        <pc:spChg chg="mod">
          <ac:chgData name="thomas thouvenin" userId="4fdab10e23d8eab5" providerId="LiveId" clId="{D21F05D9-7BAC-4138-B9D3-9181C84A42E1}" dt="2025-05-22T08:29:49.286" v="4285" actId="20577"/>
          <ac:spMkLst>
            <pc:docMk/>
            <pc:sldMk cId="0" sldId="258"/>
            <ac:spMk id="138" creationId="{00000000-0000-0000-0000-000000000000}"/>
          </ac:spMkLst>
        </pc:spChg>
        <pc:spChg chg="del mod">
          <ac:chgData name="thomas thouvenin" userId="4fdab10e23d8eab5" providerId="LiveId" clId="{D21F05D9-7BAC-4138-B9D3-9181C84A42E1}" dt="2025-05-22T08:28:19.372" v="4159" actId="478"/>
          <ac:spMkLst>
            <pc:docMk/>
            <pc:sldMk cId="0" sldId="258"/>
            <ac:spMk id="139" creationId="{00000000-0000-0000-0000-000000000000}"/>
          </ac:spMkLst>
        </pc:spChg>
        <pc:spChg chg="del mod">
          <ac:chgData name="thomas thouvenin" userId="4fdab10e23d8eab5" providerId="LiveId" clId="{D21F05D9-7BAC-4138-B9D3-9181C84A42E1}" dt="2025-05-22T08:28:15.707" v="4158" actId="478"/>
          <ac:spMkLst>
            <pc:docMk/>
            <pc:sldMk cId="0" sldId="258"/>
            <ac:spMk id="140" creationId="{00000000-0000-0000-0000-000000000000}"/>
          </ac:spMkLst>
        </pc:spChg>
      </pc:sldChg>
      <pc:sldChg chg="addSp delSp modSp mod modNotesTx">
        <pc:chgData name="thomas thouvenin" userId="4fdab10e23d8eab5" providerId="LiveId" clId="{D21F05D9-7BAC-4138-B9D3-9181C84A42E1}" dt="2025-05-22T08:41:07.666" v="4768" actId="20577"/>
        <pc:sldMkLst>
          <pc:docMk/>
          <pc:sldMk cId="0" sldId="259"/>
        </pc:sldMkLst>
        <pc:spChg chg="add mod">
          <ac:chgData name="thomas thouvenin" userId="4fdab10e23d8eab5" providerId="LiveId" clId="{D21F05D9-7BAC-4138-B9D3-9181C84A42E1}" dt="2025-05-22T08:41:07.666" v="4768" actId="20577"/>
          <ac:spMkLst>
            <pc:docMk/>
            <pc:sldMk cId="0" sldId="259"/>
            <ac:spMk id="4" creationId="{A365A347-789B-9629-326A-0A36CC4DBD8B}"/>
          </ac:spMkLst>
        </pc:spChg>
        <pc:spChg chg="mod">
          <ac:chgData name="thomas thouvenin" userId="4fdab10e23d8eab5" providerId="LiveId" clId="{D21F05D9-7BAC-4138-B9D3-9181C84A42E1}" dt="2025-05-22T08:27:48.916" v="4156"/>
          <ac:spMkLst>
            <pc:docMk/>
            <pc:sldMk cId="0" sldId="259"/>
            <ac:spMk id="145" creationId="{00000000-0000-0000-0000-000000000000}"/>
          </ac:spMkLst>
        </pc:spChg>
        <pc:spChg chg="mod">
          <ac:chgData name="thomas thouvenin" userId="4fdab10e23d8eab5" providerId="LiveId" clId="{D21F05D9-7BAC-4138-B9D3-9181C84A42E1}" dt="2025-05-22T08:31:34.796" v="4314" actId="20577"/>
          <ac:spMkLst>
            <pc:docMk/>
            <pc:sldMk cId="0" sldId="259"/>
            <ac:spMk id="146" creationId="{00000000-0000-0000-0000-000000000000}"/>
          </ac:spMkLst>
        </pc:spChg>
        <pc:spChg chg="add del mod">
          <ac:chgData name="thomas thouvenin" userId="4fdab10e23d8eab5" providerId="LiveId" clId="{D21F05D9-7BAC-4138-B9D3-9181C84A42E1}" dt="2025-05-22T08:40:33.290" v="4740" actId="478"/>
          <ac:spMkLst>
            <pc:docMk/>
            <pc:sldMk cId="0" sldId="259"/>
            <ac:spMk id="147" creationId="{00000000-0000-0000-0000-000000000000}"/>
          </ac:spMkLst>
        </pc:spChg>
        <pc:picChg chg="add mod">
          <ac:chgData name="thomas thouvenin" userId="4fdab10e23d8eab5" providerId="LiveId" clId="{D21F05D9-7BAC-4138-B9D3-9181C84A42E1}" dt="2025-05-22T08:40:52.140" v="4746" actId="1076"/>
          <ac:picMkLst>
            <pc:docMk/>
            <pc:sldMk cId="0" sldId="259"/>
            <ac:picMk id="3" creationId="{2ADED575-0221-9278-03A6-3F10CD17CDA7}"/>
          </ac:picMkLst>
        </pc:picChg>
      </pc:sldChg>
      <pc:sldChg chg="addSp delSp modSp mod modNotesTx">
        <pc:chgData name="thomas thouvenin" userId="4fdab10e23d8eab5" providerId="LiveId" clId="{D21F05D9-7BAC-4138-B9D3-9181C84A42E1}" dt="2025-05-22T11:00:02.070" v="5191" actId="20577"/>
        <pc:sldMkLst>
          <pc:docMk/>
          <pc:sldMk cId="0" sldId="260"/>
        </pc:sldMkLst>
        <pc:spChg chg="mod">
          <ac:chgData name="thomas thouvenin" userId="4fdab10e23d8eab5" providerId="LiveId" clId="{D21F05D9-7BAC-4138-B9D3-9181C84A42E1}" dt="2025-05-22T08:27:48.916" v="4156"/>
          <ac:spMkLst>
            <pc:docMk/>
            <pc:sldMk cId="0" sldId="260"/>
            <ac:spMk id="152" creationId="{00000000-0000-0000-0000-000000000000}"/>
          </ac:spMkLst>
        </pc:spChg>
        <pc:spChg chg="mod">
          <ac:chgData name="thomas thouvenin" userId="4fdab10e23d8eab5" providerId="LiveId" clId="{D21F05D9-7BAC-4138-B9D3-9181C84A42E1}" dt="2025-05-22T11:00:02.070" v="5191" actId="20577"/>
          <ac:spMkLst>
            <pc:docMk/>
            <pc:sldMk cId="0" sldId="260"/>
            <ac:spMk id="153" creationId="{00000000-0000-0000-0000-000000000000}"/>
          </ac:spMkLst>
        </pc:spChg>
        <pc:spChg chg="del mod">
          <ac:chgData name="thomas thouvenin" userId="4fdab10e23d8eab5" providerId="LiveId" clId="{D21F05D9-7BAC-4138-B9D3-9181C84A42E1}" dt="2025-05-22T08:40:30.825" v="4739" actId="478"/>
          <ac:spMkLst>
            <pc:docMk/>
            <pc:sldMk cId="0" sldId="260"/>
            <ac:spMk id="154" creationId="{00000000-0000-0000-0000-000000000000}"/>
          </ac:spMkLst>
        </pc:spChg>
      </pc:sldChg>
      <pc:sldChg chg="addSp delSp modSp mod">
        <pc:chgData name="thomas thouvenin" userId="4fdab10e23d8eab5" providerId="LiveId" clId="{D21F05D9-7BAC-4138-B9D3-9181C84A42E1}" dt="2025-05-22T08:37:34.539" v="4665" actId="20577"/>
        <pc:sldMkLst>
          <pc:docMk/>
          <pc:sldMk cId="0" sldId="261"/>
        </pc:sldMkLst>
        <pc:spChg chg="mod">
          <ac:chgData name="thomas thouvenin" userId="4fdab10e23d8eab5" providerId="LiveId" clId="{D21F05D9-7BAC-4138-B9D3-9181C84A42E1}" dt="2025-05-22T08:27:48.916" v="4156"/>
          <ac:spMkLst>
            <pc:docMk/>
            <pc:sldMk cId="0" sldId="261"/>
            <ac:spMk id="159" creationId="{00000000-0000-0000-0000-000000000000}"/>
          </ac:spMkLst>
        </pc:spChg>
        <pc:spChg chg="add del mod">
          <ac:chgData name="thomas thouvenin" userId="4fdab10e23d8eab5" providerId="LiveId" clId="{D21F05D9-7BAC-4138-B9D3-9181C84A42E1}" dt="2025-05-22T08:37:34.539" v="4665" actId="20577"/>
          <ac:spMkLst>
            <pc:docMk/>
            <pc:sldMk cId="0" sldId="261"/>
            <ac:spMk id="160" creationId="{00000000-0000-0000-0000-000000000000}"/>
          </ac:spMkLst>
        </pc:spChg>
        <pc:spChg chg="mod">
          <ac:chgData name="thomas thouvenin" userId="4fdab10e23d8eab5" providerId="LiveId" clId="{D21F05D9-7BAC-4138-B9D3-9181C84A42E1}" dt="2025-05-18T08:59:24.626" v="4040" actId="1076"/>
          <ac:spMkLst>
            <pc:docMk/>
            <pc:sldMk cId="0" sldId="261"/>
            <ac:spMk id="161" creationId="{00000000-0000-0000-0000-000000000000}"/>
          </ac:spMkLst>
        </pc:spChg>
      </pc:sldChg>
      <pc:sldChg chg="addSp delSp modSp mod">
        <pc:chgData name="thomas thouvenin" userId="4fdab10e23d8eab5" providerId="LiveId" clId="{D21F05D9-7BAC-4138-B9D3-9181C84A42E1}" dt="2025-05-22T11:02:59.042" v="5196"/>
        <pc:sldMkLst>
          <pc:docMk/>
          <pc:sldMk cId="0" sldId="262"/>
        </pc:sldMkLst>
        <pc:spChg chg="mod">
          <ac:chgData name="thomas thouvenin" userId="4fdab10e23d8eab5" providerId="LiveId" clId="{D21F05D9-7BAC-4138-B9D3-9181C84A42E1}" dt="2025-05-22T08:27:48.916" v="4156"/>
          <ac:spMkLst>
            <pc:docMk/>
            <pc:sldMk cId="0" sldId="262"/>
            <ac:spMk id="166" creationId="{00000000-0000-0000-0000-000000000000}"/>
          </ac:spMkLst>
        </pc:spChg>
        <pc:spChg chg="mod">
          <ac:chgData name="thomas thouvenin" userId="4fdab10e23d8eab5" providerId="LiveId" clId="{D21F05D9-7BAC-4138-B9D3-9181C84A42E1}" dt="2025-05-22T11:01:51.871" v="5192" actId="1076"/>
          <ac:spMkLst>
            <pc:docMk/>
            <pc:sldMk cId="0" sldId="262"/>
            <ac:spMk id="167" creationId="{00000000-0000-0000-0000-000000000000}"/>
          </ac:spMkLst>
        </pc:spChg>
        <pc:spChg chg="del mod">
          <ac:chgData name="thomas thouvenin" userId="4fdab10e23d8eab5" providerId="LiveId" clId="{D21F05D9-7BAC-4138-B9D3-9181C84A42E1}" dt="2025-05-22T08:38:05.097" v="4673" actId="478"/>
          <ac:spMkLst>
            <pc:docMk/>
            <pc:sldMk cId="0" sldId="262"/>
            <ac:spMk id="168" creationId="{00000000-0000-0000-0000-000000000000}"/>
          </ac:spMkLst>
        </pc:spChg>
        <pc:spChg chg="add del mod">
          <ac:chgData name="thomas thouvenin" userId="4fdab10e23d8eab5" providerId="LiveId" clId="{D21F05D9-7BAC-4138-B9D3-9181C84A42E1}" dt="2025-05-22T08:37:57.517" v="4672" actId="478"/>
          <ac:spMkLst>
            <pc:docMk/>
            <pc:sldMk cId="0" sldId="262"/>
            <ac:spMk id="169" creationId="{00000000-0000-0000-0000-000000000000}"/>
          </ac:spMkLst>
        </pc:spChg>
        <pc:picChg chg="add mod ord">
          <ac:chgData name="thomas thouvenin" userId="4fdab10e23d8eab5" providerId="LiveId" clId="{D21F05D9-7BAC-4138-B9D3-9181C84A42E1}" dt="2025-05-22T11:02:59.042" v="5196"/>
          <ac:picMkLst>
            <pc:docMk/>
            <pc:sldMk cId="0" sldId="262"/>
            <ac:picMk id="3" creationId="{0CBC801F-06B0-E0B8-DEF7-D6B935E0BE30}"/>
          </ac:picMkLst>
        </pc:picChg>
      </pc:sldChg>
      <pc:sldChg chg="addSp delSp modSp mod">
        <pc:chgData name="thomas thouvenin" userId="4fdab10e23d8eab5" providerId="LiveId" clId="{D21F05D9-7BAC-4138-B9D3-9181C84A42E1}" dt="2025-05-22T08:39:48.327" v="4726" actId="313"/>
        <pc:sldMkLst>
          <pc:docMk/>
          <pc:sldMk cId="0" sldId="263"/>
        </pc:sldMkLst>
        <pc:spChg chg="mod">
          <ac:chgData name="thomas thouvenin" userId="4fdab10e23d8eab5" providerId="LiveId" clId="{D21F05D9-7BAC-4138-B9D3-9181C84A42E1}" dt="2025-05-22T08:27:48.916" v="4156"/>
          <ac:spMkLst>
            <pc:docMk/>
            <pc:sldMk cId="0" sldId="263"/>
            <ac:spMk id="174" creationId="{00000000-0000-0000-0000-000000000000}"/>
          </ac:spMkLst>
        </pc:spChg>
        <pc:spChg chg="mod">
          <ac:chgData name="thomas thouvenin" userId="4fdab10e23d8eab5" providerId="LiveId" clId="{D21F05D9-7BAC-4138-B9D3-9181C84A42E1}" dt="2025-05-22T08:39:48.327" v="4726" actId="313"/>
          <ac:spMkLst>
            <pc:docMk/>
            <pc:sldMk cId="0" sldId="263"/>
            <ac:spMk id="175" creationId="{00000000-0000-0000-0000-000000000000}"/>
          </ac:spMkLst>
        </pc:spChg>
        <pc:spChg chg="del mod">
          <ac:chgData name="thomas thouvenin" userId="4fdab10e23d8eab5" providerId="LiveId" clId="{D21F05D9-7BAC-4138-B9D3-9181C84A42E1}" dt="2025-05-22T08:38:58.727" v="4679" actId="478"/>
          <ac:spMkLst>
            <pc:docMk/>
            <pc:sldMk cId="0" sldId="263"/>
            <ac:spMk id="176" creationId="{00000000-0000-0000-0000-000000000000}"/>
          </ac:spMkLst>
        </pc:spChg>
      </pc:sldChg>
      <pc:sldChg chg="addSp delSp modSp mod">
        <pc:chgData name="thomas thouvenin" userId="4fdab10e23d8eab5" providerId="LiveId" clId="{D21F05D9-7BAC-4138-B9D3-9181C84A42E1}" dt="2025-05-22T08:40:08.456" v="4730" actId="1076"/>
        <pc:sldMkLst>
          <pc:docMk/>
          <pc:sldMk cId="0" sldId="264"/>
        </pc:sldMkLst>
        <pc:spChg chg="mod">
          <ac:chgData name="thomas thouvenin" userId="4fdab10e23d8eab5" providerId="LiveId" clId="{D21F05D9-7BAC-4138-B9D3-9181C84A42E1}" dt="2025-05-22T08:27:48.916" v="4156"/>
          <ac:spMkLst>
            <pc:docMk/>
            <pc:sldMk cId="0" sldId="264"/>
            <ac:spMk id="181" creationId="{00000000-0000-0000-0000-000000000000}"/>
          </ac:spMkLst>
        </pc:spChg>
        <pc:spChg chg="mod">
          <ac:chgData name="thomas thouvenin" userId="4fdab10e23d8eab5" providerId="LiveId" clId="{D21F05D9-7BAC-4138-B9D3-9181C84A42E1}" dt="2025-05-22T08:27:48.916" v="4156"/>
          <ac:spMkLst>
            <pc:docMk/>
            <pc:sldMk cId="0" sldId="264"/>
            <ac:spMk id="182" creationId="{00000000-0000-0000-0000-000000000000}"/>
          </ac:spMkLst>
        </pc:spChg>
        <pc:spChg chg="del mod">
          <ac:chgData name="thomas thouvenin" userId="4fdab10e23d8eab5" providerId="LiveId" clId="{D21F05D9-7BAC-4138-B9D3-9181C84A42E1}" dt="2025-05-22T08:40:05.917" v="4728" actId="478"/>
          <ac:spMkLst>
            <pc:docMk/>
            <pc:sldMk cId="0" sldId="264"/>
            <ac:spMk id="183" creationId="{00000000-0000-0000-0000-000000000000}"/>
          </ac:spMkLst>
        </pc:spChg>
        <pc:picChg chg="add mod">
          <ac:chgData name="thomas thouvenin" userId="4fdab10e23d8eab5" providerId="LiveId" clId="{D21F05D9-7BAC-4138-B9D3-9181C84A42E1}" dt="2025-05-22T08:40:08.456" v="4730" actId="1076"/>
          <ac:picMkLst>
            <pc:docMk/>
            <pc:sldMk cId="0" sldId="264"/>
            <ac:picMk id="3" creationId="{17B08A2E-CCA8-4911-5EB2-ECD4985735C3}"/>
          </ac:picMkLst>
        </pc:picChg>
      </pc:sldChg>
      <pc:sldChg chg="addSp delSp modSp mod">
        <pc:chgData name="thomas thouvenin" userId="4fdab10e23d8eab5" providerId="LiveId" clId="{D21F05D9-7BAC-4138-B9D3-9181C84A42E1}" dt="2025-05-22T08:40:14.476" v="4733" actId="478"/>
        <pc:sldMkLst>
          <pc:docMk/>
          <pc:sldMk cId="0" sldId="265"/>
        </pc:sldMkLst>
        <pc:spChg chg="mod">
          <ac:chgData name="thomas thouvenin" userId="4fdab10e23d8eab5" providerId="LiveId" clId="{D21F05D9-7BAC-4138-B9D3-9181C84A42E1}" dt="2025-05-22T08:27:48.916" v="4156"/>
          <ac:spMkLst>
            <pc:docMk/>
            <pc:sldMk cId="0" sldId="265"/>
            <ac:spMk id="188" creationId="{00000000-0000-0000-0000-000000000000}"/>
          </ac:spMkLst>
        </pc:spChg>
        <pc:spChg chg="mod">
          <ac:chgData name="thomas thouvenin" userId="4fdab10e23d8eab5" providerId="LiveId" clId="{D21F05D9-7BAC-4138-B9D3-9181C84A42E1}" dt="2025-05-22T08:27:48.916" v="4156"/>
          <ac:spMkLst>
            <pc:docMk/>
            <pc:sldMk cId="0" sldId="265"/>
            <ac:spMk id="189" creationId="{00000000-0000-0000-0000-000000000000}"/>
          </ac:spMkLst>
        </pc:spChg>
        <pc:spChg chg="del">
          <ac:chgData name="thomas thouvenin" userId="4fdab10e23d8eab5" providerId="LiveId" clId="{D21F05D9-7BAC-4138-B9D3-9181C84A42E1}" dt="2025-05-22T08:40:14.476" v="4733" actId="478"/>
          <ac:spMkLst>
            <pc:docMk/>
            <pc:sldMk cId="0" sldId="265"/>
            <ac:spMk id="190" creationId="{00000000-0000-0000-0000-000000000000}"/>
          </ac:spMkLst>
        </pc:spChg>
        <pc:picChg chg="add mod">
          <ac:chgData name="thomas thouvenin" userId="4fdab10e23d8eab5" providerId="LiveId" clId="{D21F05D9-7BAC-4138-B9D3-9181C84A42E1}" dt="2025-03-28T08:40:17.369" v="516" actId="1076"/>
          <ac:picMkLst>
            <pc:docMk/>
            <pc:sldMk cId="0" sldId="265"/>
            <ac:picMk id="3" creationId="{1A88A2FE-F58C-BFB6-F448-6430AE0193D1}"/>
          </ac:picMkLst>
        </pc:picChg>
      </pc:sldChg>
      <pc:sldChg chg="addSp delSp modSp mod">
        <pc:chgData name="thomas thouvenin" userId="4fdab10e23d8eab5" providerId="LiveId" clId="{D21F05D9-7BAC-4138-B9D3-9181C84A42E1}" dt="2025-05-22T08:40:12.566" v="4732" actId="478"/>
        <pc:sldMkLst>
          <pc:docMk/>
          <pc:sldMk cId="0" sldId="266"/>
        </pc:sldMkLst>
        <pc:spChg chg="mod">
          <ac:chgData name="thomas thouvenin" userId="4fdab10e23d8eab5" providerId="LiveId" clId="{D21F05D9-7BAC-4138-B9D3-9181C84A42E1}" dt="2025-05-22T08:27:48.916" v="4156"/>
          <ac:spMkLst>
            <pc:docMk/>
            <pc:sldMk cId="0" sldId="266"/>
            <ac:spMk id="195" creationId="{00000000-0000-0000-0000-000000000000}"/>
          </ac:spMkLst>
        </pc:spChg>
        <pc:spChg chg="mod">
          <ac:chgData name="thomas thouvenin" userId="4fdab10e23d8eab5" providerId="LiveId" clId="{D21F05D9-7BAC-4138-B9D3-9181C84A42E1}" dt="2025-05-22T08:27:48.916" v="4156"/>
          <ac:spMkLst>
            <pc:docMk/>
            <pc:sldMk cId="0" sldId="266"/>
            <ac:spMk id="196" creationId="{00000000-0000-0000-0000-000000000000}"/>
          </ac:spMkLst>
        </pc:spChg>
        <pc:spChg chg="del mod">
          <ac:chgData name="thomas thouvenin" userId="4fdab10e23d8eab5" providerId="LiveId" clId="{D21F05D9-7BAC-4138-B9D3-9181C84A42E1}" dt="2025-05-22T08:40:12.566" v="4732" actId="478"/>
          <ac:spMkLst>
            <pc:docMk/>
            <pc:sldMk cId="0" sldId="266"/>
            <ac:spMk id="197" creationId="{00000000-0000-0000-0000-000000000000}"/>
          </ac:spMkLst>
        </pc:spChg>
        <pc:picChg chg="add mod">
          <ac:chgData name="thomas thouvenin" userId="4fdab10e23d8eab5" providerId="LiveId" clId="{D21F05D9-7BAC-4138-B9D3-9181C84A42E1}" dt="2025-05-01T10:54:44.801" v="1329" actId="1076"/>
          <ac:picMkLst>
            <pc:docMk/>
            <pc:sldMk cId="0" sldId="266"/>
            <ac:picMk id="4" creationId="{D1D1642D-F423-8CD3-311A-7D039196C1AB}"/>
          </ac:picMkLst>
        </pc:picChg>
      </pc:sldChg>
      <pc:sldChg chg="addSp delSp modSp mod modClrScheme chgLayout">
        <pc:chgData name="thomas thouvenin" userId="4fdab10e23d8eab5" providerId="LiveId" clId="{D21F05D9-7BAC-4138-B9D3-9181C84A42E1}" dt="2025-05-22T08:40:17.557" v="4734" actId="478"/>
        <pc:sldMkLst>
          <pc:docMk/>
          <pc:sldMk cId="0" sldId="267"/>
        </pc:sldMkLst>
        <pc:spChg chg="mod">
          <ac:chgData name="thomas thouvenin" userId="4fdab10e23d8eab5" providerId="LiveId" clId="{D21F05D9-7BAC-4138-B9D3-9181C84A42E1}" dt="2025-05-22T08:27:48.916" v="4156"/>
          <ac:spMkLst>
            <pc:docMk/>
            <pc:sldMk cId="0" sldId="267"/>
            <ac:spMk id="202" creationId="{00000000-0000-0000-0000-000000000000}"/>
          </ac:spMkLst>
        </pc:spChg>
        <pc:spChg chg="add del mod">
          <ac:chgData name="thomas thouvenin" userId="4fdab10e23d8eab5" providerId="LiveId" clId="{D21F05D9-7BAC-4138-B9D3-9181C84A42E1}" dt="2025-05-22T08:27:48.916" v="4156"/>
          <ac:spMkLst>
            <pc:docMk/>
            <pc:sldMk cId="0" sldId="267"/>
            <ac:spMk id="203" creationId="{00000000-0000-0000-0000-000000000000}"/>
          </ac:spMkLst>
        </pc:spChg>
        <pc:spChg chg="del mod ord">
          <ac:chgData name="thomas thouvenin" userId="4fdab10e23d8eab5" providerId="LiveId" clId="{D21F05D9-7BAC-4138-B9D3-9181C84A42E1}" dt="2025-05-22T08:40:17.557" v="4734" actId="478"/>
          <ac:spMkLst>
            <pc:docMk/>
            <pc:sldMk cId="0" sldId="267"/>
            <ac:spMk id="204" creationId="{00000000-0000-0000-0000-000000000000}"/>
          </ac:spMkLst>
        </pc:spChg>
        <pc:picChg chg="add mod">
          <ac:chgData name="thomas thouvenin" userId="4fdab10e23d8eab5" providerId="LiveId" clId="{D21F05D9-7BAC-4138-B9D3-9181C84A42E1}" dt="2025-05-01T10:56:11.897" v="1356" actId="1076"/>
          <ac:picMkLst>
            <pc:docMk/>
            <pc:sldMk cId="0" sldId="267"/>
            <ac:picMk id="3" creationId="{744461A7-1B16-83E6-5854-10BE1741954A}"/>
          </ac:picMkLst>
        </pc:picChg>
      </pc:sldChg>
      <pc:sldChg chg="addSp delSp modSp mod">
        <pc:chgData name="thomas thouvenin" userId="4fdab10e23d8eab5" providerId="LiveId" clId="{D21F05D9-7BAC-4138-B9D3-9181C84A42E1}" dt="2025-05-22T08:40:20.093" v="4735" actId="478"/>
        <pc:sldMkLst>
          <pc:docMk/>
          <pc:sldMk cId="0" sldId="268"/>
        </pc:sldMkLst>
        <pc:spChg chg="mod">
          <ac:chgData name="thomas thouvenin" userId="4fdab10e23d8eab5" providerId="LiveId" clId="{D21F05D9-7BAC-4138-B9D3-9181C84A42E1}" dt="2025-05-22T08:27:48.916" v="4156"/>
          <ac:spMkLst>
            <pc:docMk/>
            <pc:sldMk cId="0" sldId="268"/>
            <ac:spMk id="209" creationId="{00000000-0000-0000-0000-000000000000}"/>
          </ac:spMkLst>
        </pc:spChg>
        <pc:spChg chg="mod">
          <ac:chgData name="thomas thouvenin" userId="4fdab10e23d8eab5" providerId="LiveId" clId="{D21F05D9-7BAC-4138-B9D3-9181C84A42E1}" dt="2025-05-22T08:27:48.916" v="4156"/>
          <ac:spMkLst>
            <pc:docMk/>
            <pc:sldMk cId="0" sldId="268"/>
            <ac:spMk id="210" creationId="{00000000-0000-0000-0000-000000000000}"/>
          </ac:spMkLst>
        </pc:spChg>
        <pc:spChg chg="del">
          <ac:chgData name="thomas thouvenin" userId="4fdab10e23d8eab5" providerId="LiveId" clId="{D21F05D9-7BAC-4138-B9D3-9181C84A42E1}" dt="2025-05-22T08:40:20.093" v="4735" actId="478"/>
          <ac:spMkLst>
            <pc:docMk/>
            <pc:sldMk cId="0" sldId="268"/>
            <ac:spMk id="211" creationId="{00000000-0000-0000-0000-000000000000}"/>
          </ac:spMkLst>
        </pc:spChg>
        <pc:picChg chg="add mod">
          <ac:chgData name="thomas thouvenin" userId="4fdab10e23d8eab5" providerId="LiveId" clId="{D21F05D9-7BAC-4138-B9D3-9181C84A42E1}" dt="2025-05-01T10:50:43.430" v="1323" actId="14100"/>
          <ac:picMkLst>
            <pc:docMk/>
            <pc:sldMk cId="0" sldId="268"/>
            <ac:picMk id="3" creationId="{FC0F0877-CA84-124B-4E6D-DEDC0E081C08}"/>
          </ac:picMkLst>
        </pc:picChg>
      </pc:sldChg>
      <pc:sldChg chg="modSp del">
        <pc:chgData name="thomas thouvenin" userId="4fdab10e23d8eab5" providerId="LiveId" clId="{D21F05D9-7BAC-4138-B9D3-9181C84A42E1}" dt="2025-05-22T08:40:21.178" v="4736" actId="47"/>
        <pc:sldMkLst>
          <pc:docMk/>
          <pc:sldMk cId="0" sldId="269"/>
        </pc:sldMkLst>
        <pc:spChg chg="mod">
          <ac:chgData name="thomas thouvenin" userId="4fdab10e23d8eab5" providerId="LiveId" clId="{D21F05D9-7BAC-4138-B9D3-9181C84A42E1}" dt="2025-05-22T08:27:48.916" v="4156"/>
          <ac:spMkLst>
            <pc:docMk/>
            <pc:sldMk cId="0" sldId="269"/>
            <ac:spMk id="216" creationId="{00000000-0000-0000-0000-000000000000}"/>
          </ac:spMkLst>
        </pc:spChg>
        <pc:spChg chg="mod">
          <ac:chgData name="thomas thouvenin" userId="4fdab10e23d8eab5" providerId="LiveId" clId="{D21F05D9-7BAC-4138-B9D3-9181C84A42E1}" dt="2025-05-22T08:27:48.916" v="4156"/>
          <ac:spMkLst>
            <pc:docMk/>
            <pc:sldMk cId="0" sldId="269"/>
            <ac:spMk id="217" creationId="{00000000-0000-0000-0000-000000000000}"/>
          </ac:spMkLst>
        </pc:spChg>
      </pc:sldChg>
      <pc:sldChg chg="addSp delSp modSp del mod modClrScheme chgLayout">
        <pc:chgData name="thomas thouvenin" userId="4fdab10e23d8eab5" providerId="LiveId" clId="{D21F05D9-7BAC-4138-B9D3-9181C84A42E1}" dt="2025-04-16T09:10:44.502" v="1289" actId="47"/>
        <pc:sldMkLst>
          <pc:docMk/>
          <pc:sldMk cId="0" sldId="270"/>
        </pc:sldMkLst>
      </pc:sldChg>
      <pc:sldChg chg="modSp mod">
        <pc:chgData name="thomas thouvenin" userId="4fdab10e23d8eab5" providerId="LiveId" clId="{D21F05D9-7BAC-4138-B9D3-9181C84A42E1}" dt="2025-05-22T10:59:50.701" v="5177" actId="20577"/>
        <pc:sldMkLst>
          <pc:docMk/>
          <pc:sldMk cId="0" sldId="271"/>
        </pc:sldMkLst>
        <pc:spChg chg="mod">
          <ac:chgData name="thomas thouvenin" userId="4fdab10e23d8eab5" providerId="LiveId" clId="{D21F05D9-7BAC-4138-B9D3-9181C84A42E1}" dt="2025-05-22T08:27:48.916" v="4156"/>
          <ac:spMkLst>
            <pc:docMk/>
            <pc:sldMk cId="0" sldId="271"/>
            <ac:spMk id="230" creationId="{00000000-0000-0000-0000-000000000000}"/>
          </ac:spMkLst>
        </pc:spChg>
        <pc:spChg chg="mod">
          <ac:chgData name="thomas thouvenin" userId="4fdab10e23d8eab5" providerId="LiveId" clId="{D21F05D9-7BAC-4138-B9D3-9181C84A42E1}" dt="2025-05-22T10:59:50.701" v="5177" actId="20577"/>
          <ac:spMkLst>
            <pc:docMk/>
            <pc:sldMk cId="0" sldId="271"/>
            <ac:spMk id="231" creationId="{00000000-0000-0000-0000-000000000000}"/>
          </ac:spMkLst>
        </pc:spChg>
      </pc:sldChg>
      <pc:sldChg chg="new del">
        <pc:chgData name="thomas thouvenin" userId="4fdab10e23d8eab5" providerId="LiveId" clId="{D21F05D9-7BAC-4138-B9D3-9181C84A42E1}" dt="2025-05-12T14:12:56.188" v="3814" actId="680"/>
        <pc:sldMkLst>
          <pc:docMk/>
          <pc:sldMk cId="665596254" sldId="272"/>
        </pc:sldMkLst>
      </pc:sldChg>
      <pc:sldMasterChg chg="delSldLayout">
        <pc:chgData name="thomas thouvenin" userId="4fdab10e23d8eab5" providerId="LiveId" clId="{D21F05D9-7BAC-4138-B9D3-9181C84A42E1}" dt="2025-04-16T09:10:44.502" v="1289" actId="47"/>
        <pc:sldMasterMkLst>
          <pc:docMk/>
          <pc:sldMasterMk cId="0" sldId="2147483648"/>
        </pc:sldMasterMkLst>
        <pc:sldLayoutChg chg="del">
          <pc:chgData name="thomas thouvenin" userId="4fdab10e23d8eab5" providerId="LiveId" clId="{D21F05D9-7BAC-4138-B9D3-9181C84A42E1}" dt="2025-04-16T09:10:44.502" v="1289" actId="47"/>
          <pc:sldLayoutMkLst>
            <pc:docMk/>
            <pc:sldMasterMk cId="0" sldId="2147483648"/>
            <pc:sldLayoutMk cId="0" sldId="214748365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0"/>
              </a:spcBef>
              <a:spcAft>
                <a:spcPts val="0"/>
              </a:spcAft>
              <a:buSzPts val="1800"/>
              <a:buNone/>
            </a:pPr>
            <a:r>
              <a:rPr lang="fr-FR" dirty="0"/>
              <a:t>Qu’est </a:t>
            </a:r>
            <a:r>
              <a:rPr lang="fr-FR" u="sng" dirty="0"/>
              <a:t>ce que le RGPD: </a:t>
            </a:r>
            <a:endParaRPr lang="fr-FR" dirty="0"/>
          </a:p>
          <a:p>
            <a:pPr marL="114300" lvl="0" indent="0" algn="l" rtl="0">
              <a:lnSpc>
                <a:spcPct val="100000"/>
              </a:lnSpc>
              <a:spcBef>
                <a:spcPts val="0"/>
              </a:spcBef>
              <a:spcAft>
                <a:spcPts val="0"/>
              </a:spcAft>
              <a:buSzPts val="1800"/>
              <a:buNone/>
            </a:pPr>
            <a:endParaRPr lang="fr-FR" sz="1200" dirty="0"/>
          </a:p>
          <a:p>
            <a:pPr marL="114300" lvl="0" indent="0" algn="l" rtl="0">
              <a:lnSpc>
                <a:spcPct val="100000"/>
              </a:lnSpc>
              <a:spcBef>
                <a:spcPts val="0"/>
              </a:spcBef>
              <a:spcAft>
                <a:spcPts val="0"/>
              </a:spcAft>
              <a:buSzPts val="1800"/>
              <a:buNone/>
            </a:pPr>
            <a:r>
              <a:rPr lang="fr-FR" sz="1200" dirty="0"/>
              <a:t>Le Règlement Général sur la Protection des Données (RGPD) est un texte juridique européen, entré en application le 25 mai 2018, qui encadre le traitement des données personnelles dans l’Union européenne. Il vise à renforcer les droits des individus, responsabiliser les acteurs traitant des données et harmoniser les règles en Europe.</a:t>
            </a:r>
          </a:p>
          <a:p>
            <a:pPr marL="0" lvl="0" indent="0" algn="l" rtl="0">
              <a:lnSpc>
                <a:spcPct val="100000"/>
              </a:lnSpc>
              <a:spcBef>
                <a:spcPts val="0"/>
              </a:spcBef>
              <a:spcAft>
                <a:spcPts val="0"/>
              </a:spcAft>
              <a:buSzPts val="1400"/>
              <a:buNone/>
            </a:pPr>
            <a:endParaRPr dirty="0"/>
          </a:p>
        </p:txBody>
      </p:sp>
      <p:sp>
        <p:nvSpPr>
          <p:cNvPr id="135" name="Google Shape;13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p:txBody>
      </p:sp>
      <p:sp>
        <p:nvSpPr>
          <p:cNvPr id="143" name="Google Shape;14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233f607d4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2233f607d4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fr-FR"/>
              <a:t>Modifiez le style du titre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47571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891297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56619940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427944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61347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1902273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542268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fr-FR"/>
              <a:t>Modifiez le style du titre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4170333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fr-FR"/>
              <a:t>Modifiez le style du titre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16979072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fr-FR"/>
              <a:t>Modifiez le style du titre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40542611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fr-FR"/>
              <a:t>Modifiez le style du titre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0172456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fr-FR"/>
              <a:t>Modifiez le style du titre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4149486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fr-FR"/>
              <a:t>Modifiez le style du titre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65566401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fr-FR"/>
              <a:t>Modifiez le style du titre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97432146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fr-FR"/>
              <a:t>Modifiez le style du titre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57996260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357200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572188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endParaRPr lang="fr-FR"/>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fr-FR"/>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328004749"/>
      </p:ext>
    </p:extLst>
  </p:cSld>
  <p:clrMap bg1="dk1" tx1="lt1" bg2="dk2" tx2="lt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 id="2147483817" r:id="rId16"/>
    <p:sldLayoutId id="2147483818" r:id="rId17"/>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19"/>
        <p:cNvGrpSpPr/>
        <p:nvPr/>
      </p:nvGrpSpPr>
      <p:grpSpPr>
        <a:xfrm>
          <a:off x="0" y="0"/>
          <a:ext cx="0" cy="0"/>
          <a:chOff x="0" y="0"/>
          <a:chExt cx="0" cy="0"/>
        </a:xfrm>
      </p:grpSpPr>
      <p:sp>
        <p:nvSpPr>
          <p:cNvPr id="120" name="Google Shape;120;p1"/>
          <p:cNvSpPr/>
          <p:nvPr/>
        </p:nvSpPr>
        <p:spPr>
          <a:xfrm>
            <a:off x="22927"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entury Gothic"/>
              <a:ea typeface="Century Gothic"/>
              <a:cs typeface="Century Gothic"/>
              <a:sym typeface="Century Gothic"/>
            </a:endParaRPr>
          </a:p>
        </p:txBody>
      </p:sp>
      <p:sp>
        <p:nvSpPr>
          <p:cNvPr id="121" name="Google Shape;121;p1"/>
          <p:cNvSpPr/>
          <p:nvPr/>
        </p:nvSpPr>
        <p:spPr>
          <a:xfrm rot="-5400000">
            <a:off x="-650724" y="650724"/>
            <a:ext cx="6858000" cy="5556552"/>
          </a:xfrm>
          <a:custGeom>
            <a:avLst/>
            <a:gdLst/>
            <a:ahLst/>
            <a:cxnLst/>
            <a:rect l="l" t="t" r="r" b="b"/>
            <a:pathLst>
              <a:path w="6858000" h="5556552" extrusionOk="0">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
          <p:cNvSpPr txBox="1">
            <a:spLocks noGrp="1"/>
          </p:cNvSpPr>
          <p:nvPr>
            <p:ph type="ctrTitle"/>
          </p:nvPr>
        </p:nvSpPr>
        <p:spPr>
          <a:xfrm>
            <a:off x="5803899" y="122751"/>
            <a:ext cx="5452533" cy="3306249"/>
          </a:xfrm>
          <a:prstGeom prst="rect">
            <a:avLst/>
          </a:prstGeom>
          <a:noFill/>
          <a:ln>
            <a:noFill/>
          </a:ln>
          <a:effectLst>
            <a:outerShdw blurRad="50800">
              <a:srgbClr val="000000">
                <a:alpha val="60000"/>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EFEFE"/>
              </a:buClr>
              <a:buSzPts val="4400"/>
              <a:buFont typeface="Century Gothic"/>
              <a:buNone/>
            </a:pPr>
            <a:r>
              <a:rPr lang="fr-FR" sz="4400"/>
              <a:t>Étude sur l’alimentation dans le monde</a:t>
            </a:r>
            <a:endParaRPr/>
          </a:p>
        </p:txBody>
      </p:sp>
      <p:sp>
        <p:nvSpPr>
          <p:cNvPr id="122" name="Google Shape;122;p1"/>
          <p:cNvSpPr txBox="1">
            <a:spLocks noGrp="1"/>
          </p:cNvSpPr>
          <p:nvPr>
            <p:ph type="subTitle" idx="1"/>
          </p:nvPr>
        </p:nvSpPr>
        <p:spPr>
          <a:xfrm>
            <a:off x="643466" y="2281574"/>
            <a:ext cx="3994015" cy="229485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800"/>
              <a:buNone/>
            </a:pPr>
            <a:r>
              <a:rPr lang="fr-FR" sz="2800" dirty="0"/>
              <a:t>THOUVENIN</a:t>
            </a:r>
          </a:p>
          <a:p>
            <a:pPr marL="0" lvl="0" indent="0" algn="ctr" rtl="0">
              <a:lnSpc>
                <a:spcPct val="100000"/>
              </a:lnSpc>
              <a:spcBef>
                <a:spcPts val="0"/>
              </a:spcBef>
              <a:spcAft>
                <a:spcPts val="0"/>
              </a:spcAft>
              <a:buSzPts val="2800"/>
              <a:buNone/>
            </a:pPr>
            <a:r>
              <a:rPr lang="fr-FR" sz="2800" dirty="0"/>
              <a:t> Thomas</a:t>
            </a:r>
            <a:endParaRPr sz="2800" dirty="0"/>
          </a:p>
          <a:p>
            <a:pPr marL="0" lvl="0" indent="0" algn="ctr" rtl="0">
              <a:lnSpc>
                <a:spcPct val="100000"/>
              </a:lnSpc>
              <a:spcBef>
                <a:spcPts val="1160"/>
              </a:spcBef>
              <a:spcAft>
                <a:spcPts val="0"/>
              </a:spcAft>
              <a:buSzPts val="2800"/>
              <a:buNone/>
            </a:pPr>
            <a:r>
              <a:rPr lang="fr-FR" sz="2800" dirty="0"/>
              <a:t>FAO</a:t>
            </a:r>
            <a:endParaRPr dirty="0"/>
          </a:p>
        </p:txBody>
      </p:sp>
      <p:pic>
        <p:nvPicPr>
          <p:cNvPr id="5" name="Image 4" descr="Logo &#10;">
            <a:extLst>
              <a:ext uri="{FF2B5EF4-FFF2-40B4-BE49-F238E27FC236}">
                <a16:creationId xmlns:a16="http://schemas.microsoft.com/office/drawing/2014/main" id="{76563CB5-4781-6C95-DED8-B5F0F7F0280E}"/>
              </a:ext>
            </a:extLst>
          </p:cNvPr>
          <p:cNvPicPr>
            <a:picLocks noChangeAspect="1"/>
          </p:cNvPicPr>
          <p:nvPr/>
        </p:nvPicPr>
        <p:blipFill>
          <a:blip r:embed="rId3"/>
          <a:stretch>
            <a:fillRect/>
          </a:stretch>
        </p:blipFill>
        <p:spPr>
          <a:xfrm>
            <a:off x="6948456" y="2660711"/>
            <a:ext cx="3874567" cy="394119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a:t>Contexte et spécification des données</a:t>
            </a:r>
            <a:endParaRPr sz="3200"/>
          </a:p>
        </p:txBody>
      </p:sp>
      <p:sp>
        <p:nvSpPr>
          <p:cNvPr id="131" name="Google Shape;131;p2"/>
          <p:cNvSpPr txBox="1">
            <a:spLocks noGrp="1"/>
          </p:cNvSpPr>
          <p:nvPr>
            <p:ph idx="1"/>
          </p:nvPr>
        </p:nvSpPr>
        <p:spPr>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fontScale="62500" lnSpcReduction="20000"/>
          </a:bodyPr>
          <a:lstStyle/>
          <a:p>
            <a:pPr marL="342900" lvl="0" indent="-228600" algn="l" rtl="0">
              <a:lnSpc>
                <a:spcPct val="100000"/>
              </a:lnSpc>
              <a:spcBef>
                <a:spcPts val="0"/>
              </a:spcBef>
              <a:spcAft>
                <a:spcPts val="0"/>
              </a:spcAft>
              <a:buSzPts val="1800"/>
              <a:buNone/>
            </a:pPr>
            <a:r>
              <a:rPr lang="fr-FR" dirty="0"/>
              <a:t>Réalisation d’une étude sur la disponibilité de la nourriture à travers le monde :</a:t>
            </a:r>
          </a:p>
          <a:p>
            <a:pPr marL="342900" lvl="0" indent="-228600" algn="l" rtl="0">
              <a:lnSpc>
                <a:spcPct val="100000"/>
              </a:lnSpc>
              <a:spcBef>
                <a:spcPts val="0"/>
              </a:spcBef>
              <a:spcAft>
                <a:spcPts val="0"/>
              </a:spcAft>
              <a:buSzPts val="1800"/>
              <a:buNone/>
            </a:pPr>
            <a:endParaRPr lang="fr-FR" dirty="0"/>
          </a:p>
          <a:p>
            <a:pPr>
              <a:lnSpc>
                <a:spcPct val="260000"/>
              </a:lnSpc>
              <a:spcBef>
                <a:spcPts val="0"/>
              </a:spcBef>
              <a:buFont typeface="+mj-lt"/>
              <a:buAutoNum type="arabicPeriod"/>
            </a:pPr>
            <a:r>
              <a:rPr lang="fr-FR" dirty="0"/>
              <a:t>Un notebook Jupyter afin d’analyser les données avec python </a:t>
            </a:r>
          </a:p>
          <a:p>
            <a:pPr>
              <a:lnSpc>
                <a:spcPct val="260000"/>
              </a:lnSpc>
              <a:spcBef>
                <a:spcPts val="0"/>
              </a:spcBef>
              <a:buFont typeface="+mj-lt"/>
              <a:buAutoNum type="arabicPeriod"/>
            </a:pPr>
            <a:r>
              <a:rPr lang="fr-FR" dirty="0"/>
              <a:t>Un fichier CSV aide alimentaire qui regroupe les aides accordées aux pays bénéficiaires</a:t>
            </a:r>
          </a:p>
          <a:p>
            <a:pPr>
              <a:lnSpc>
                <a:spcPct val="260000"/>
              </a:lnSpc>
              <a:spcBef>
                <a:spcPts val="0"/>
              </a:spcBef>
              <a:buFont typeface="+mj-lt"/>
              <a:buAutoNum type="arabicPeriod"/>
            </a:pPr>
            <a:r>
              <a:rPr lang="fr-FR" dirty="0"/>
              <a:t>Un fichier CSV Dispo alimentaire qui donne la production alimentaire et les aliments qu’un pays peut produire</a:t>
            </a:r>
          </a:p>
          <a:p>
            <a:pPr>
              <a:lnSpc>
                <a:spcPct val="260000"/>
              </a:lnSpc>
              <a:spcBef>
                <a:spcPts val="0"/>
              </a:spcBef>
              <a:buFont typeface="+mj-lt"/>
              <a:buAutoNum type="arabicPeriod"/>
            </a:pPr>
            <a:r>
              <a:rPr lang="fr-FR" dirty="0"/>
              <a:t>Un fichier CSV population avec la population de chaque pays a une année donnée </a:t>
            </a:r>
          </a:p>
          <a:p>
            <a:pPr>
              <a:lnSpc>
                <a:spcPct val="260000"/>
              </a:lnSpc>
              <a:spcBef>
                <a:spcPts val="0"/>
              </a:spcBef>
              <a:buFont typeface="+mj-lt"/>
              <a:buAutoNum type="arabicPeriod"/>
            </a:pPr>
            <a:r>
              <a:rPr lang="fr-FR" dirty="0"/>
              <a:t>Un fichier CSV sous nutrition, avec le nombre de personne (en million) en sous nutrition pour chaque pays </a:t>
            </a:r>
          </a:p>
          <a:p>
            <a:pPr marL="342900" lvl="0" indent="-228600" algn="l" rtl="0">
              <a:lnSpc>
                <a:spcPct val="100000"/>
              </a:lnSpc>
              <a:spcBef>
                <a:spcPts val="0"/>
              </a:spcBef>
              <a:spcAft>
                <a:spcPts val="0"/>
              </a:spcAft>
              <a:buSzPts val="1800"/>
              <a:buNone/>
            </a:pPr>
            <a:endParaRPr lang="fr-FR" dirty="0"/>
          </a:p>
          <a:p>
            <a:pPr marL="342900" lvl="0" indent="-228600" algn="l" rtl="0">
              <a:lnSpc>
                <a:spcPct val="100000"/>
              </a:lnSpc>
              <a:spcBef>
                <a:spcPts val="0"/>
              </a:spcBef>
              <a:spcAft>
                <a:spcPts val="0"/>
              </a:spcAft>
              <a:buSzPts val="1800"/>
              <a:buNone/>
            </a:pPr>
            <a:endParaRPr lang="fr-FR" dirty="0"/>
          </a:p>
          <a:p>
            <a:pPr marL="342900" lvl="0" indent="-228600" algn="l" rtl="0">
              <a:lnSpc>
                <a:spcPct val="100000"/>
              </a:lnSpc>
              <a:spcBef>
                <a:spcPts val="0"/>
              </a:spcBef>
              <a:spcAft>
                <a:spcPts val="0"/>
              </a:spcAft>
              <a:buSzPts val="1800"/>
              <a:buNone/>
            </a:pPr>
            <a:endParaRPr lang="fr-FR" dirty="0"/>
          </a:p>
          <a:p>
            <a:pPr marL="342900" lvl="0" indent="-228600" algn="l" rtl="0">
              <a:lnSpc>
                <a:spcPct val="100000"/>
              </a:lnSpc>
              <a:spcBef>
                <a:spcPts val="0"/>
              </a:spcBef>
              <a:spcAft>
                <a:spcPts val="0"/>
              </a:spcAft>
              <a:buSzPts val="1800"/>
              <a:buNone/>
            </a:pPr>
            <a:endParaRPr lang="fr-FR" dirty="0"/>
          </a:p>
          <a:p>
            <a:pPr marL="342900" lvl="0" indent="-228600" algn="l" rtl="0">
              <a:lnSpc>
                <a:spcPct val="100000"/>
              </a:lnSpc>
              <a:spcBef>
                <a:spcPts val="0"/>
              </a:spcBef>
              <a:spcAft>
                <a:spcPts val="0"/>
              </a:spcAft>
              <a:buSzPts val="1800"/>
              <a:buNone/>
            </a:pPr>
            <a:r>
              <a:rPr lang="fr-FR" dirty="0"/>
              <a:t>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3"/>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dirty="0"/>
              <a:t>Méthodologie de l’analyse</a:t>
            </a:r>
            <a:endParaRPr sz="3200" dirty="0"/>
          </a:p>
        </p:txBody>
      </p:sp>
      <p:sp>
        <p:nvSpPr>
          <p:cNvPr id="138" name="Google Shape;138;p3"/>
          <p:cNvSpPr txBox="1">
            <a:spLocks noGrp="1"/>
          </p:cNvSpPr>
          <p:nvPr>
            <p:ph idx="1"/>
          </p:nvPr>
        </p:nvSpPr>
        <p:spPr>
          <a:xfrm>
            <a:off x="367544" y="1973348"/>
            <a:ext cx="5017767" cy="439988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114300" lvl="0" indent="0" algn="l" rtl="0">
              <a:lnSpc>
                <a:spcPct val="100000"/>
              </a:lnSpc>
              <a:spcBef>
                <a:spcPts val="0"/>
              </a:spcBef>
              <a:spcAft>
                <a:spcPts val="0"/>
              </a:spcAft>
              <a:buSzPts val="1800"/>
              <a:buNone/>
            </a:pPr>
            <a:r>
              <a:rPr lang="fr-FR" sz="1050" dirty="0"/>
              <a:t>Analyse des données : </a:t>
            </a:r>
          </a:p>
          <a:p>
            <a:pPr marL="114300" lvl="0" indent="0" algn="l" rtl="0">
              <a:lnSpc>
                <a:spcPct val="100000"/>
              </a:lnSpc>
              <a:spcBef>
                <a:spcPts val="0"/>
              </a:spcBef>
              <a:spcAft>
                <a:spcPts val="0"/>
              </a:spcAft>
              <a:buSzPts val="1800"/>
              <a:buNone/>
            </a:pPr>
            <a:endParaRPr lang="fr-FR" sz="1050" dirty="0"/>
          </a:p>
          <a:p>
            <a:pPr marL="114300" lvl="0" indent="0" algn="l" rtl="0">
              <a:lnSpc>
                <a:spcPct val="100000"/>
              </a:lnSpc>
              <a:spcBef>
                <a:spcPts val="0"/>
              </a:spcBef>
              <a:spcAft>
                <a:spcPts val="0"/>
              </a:spcAft>
              <a:buSzPts val="1800"/>
              <a:buNone/>
            </a:pPr>
            <a:endParaRPr lang="fr-FR" sz="1050" dirty="0"/>
          </a:p>
        </p:txBody>
      </p:sp>
      <p:sp>
        <p:nvSpPr>
          <p:cNvPr id="2" name="ZoneTexte 1">
            <a:extLst>
              <a:ext uri="{FF2B5EF4-FFF2-40B4-BE49-F238E27FC236}">
                <a16:creationId xmlns:a16="http://schemas.microsoft.com/office/drawing/2014/main" id="{CF5DD58A-EE26-ABB0-9C4F-3B18C607E6B1}"/>
              </a:ext>
            </a:extLst>
          </p:cNvPr>
          <p:cNvSpPr txBox="1"/>
          <p:nvPr/>
        </p:nvSpPr>
        <p:spPr>
          <a:xfrm>
            <a:off x="4429555" y="5734367"/>
            <a:ext cx="3602460" cy="1169551"/>
          </a:xfrm>
          <a:prstGeom prst="rect">
            <a:avLst/>
          </a:prstGeom>
          <a:noFill/>
        </p:spPr>
        <p:txBody>
          <a:bodyPr wrap="square" rtlCol="0">
            <a:spAutoFit/>
          </a:bodyPr>
          <a:lstStyle/>
          <a:p>
            <a:pPr marL="114300" lvl="0" indent="0" algn="l" rtl="0">
              <a:lnSpc>
                <a:spcPct val="100000"/>
              </a:lnSpc>
              <a:spcBef>
                <a:spcPts val="0"/>
              </a:spcBef>
              <a:spcAft>
                <a:spcPts val="0"/>
              </a:spcAft>
              <a:buSzPts val="1800"/>
              <a:buNone/>
            </a:pPr>
            <a:endParaRPr lang="fr-FR" dirty="0">
              <a:solidFill>
                <a:schemeClr val="bg1"/>
              </a:solidFill>
              <a:latin typeface="Century Gothic" panose="020B0502020202020204" pitchFamily="34" charset="0"/>
            </a:endParaRPr>
          </a:p>
          <a:p>
            <a:pPr marL="114300" lvl="0" indent="0" algn="l" rtl="0">
              <a:lnSpc>
                <a:spcPct val="100000"/>
              </a:lnSpc>
              <a:spcBef>
                <a:spcPts val="0"/>
              </a:spcBef>
              <a:spcAft>
                <a:spcPts val="0"/>
              </a:spcAft>
              <a:buSzPts val="1800"/>
              <a:buNone/>
            </a:pPr>
            <a:br>
              <a:rPr lang="fr-FR" dirty="0">
                <a:solidFill>
                  <a:schemeClr val="bg1"/>
                </a:solidFill>
                <a:latin typeface="Century Gothic" panose="020B0502020202020204" pitchFamily="34" charset="0"/>
              </a:rPr>
            </a:br>
            <a:br>
              <a:rPr lang="fr-FR" dirty="0"/>
            </a:br>
            <a:endParaRPr lang="fr-FR" dirty="0"/>
          </a:p>
          <a:p>
            <a:endParaRPr lang="fr-FR" dirty="0"/>
          </a:p>
        </p:txBody>
      </p:sp>
      <p:sp>
        <p:nvSpPr>
          <p:cNvPr id="3" name="ZoneTexte 2">
            <a:extLst>
              <a:ext uri="{FF2B5EF4-FFF2-40B4-BE49-F238E27FC236}">
                <a16:creationId xmlns:a16="http://schemas.microsoft.com/office/drawing/2014/main" id="{144D42A3-812F-2BE6-034F-5C00D4BA1F91}"/>
              </a:ext>
            </a:extLst>
          </p:cNvPr>
          <p:cNvSpPr txBox="1"/>
          <p:nvPr/>
        </p:nvSpPr>
        <p:spPr>
          <a:xfrm>
            <a:off x="6095999" y="2730058"/>
            <a:ext cx="5728458" cy="2646878"/>
          </a:xfrm>
          <a:prstGeom prst="rect">
            <a:avLst/>
          </a:prstGeom>
          <a:noFill/>
        </p:spPr>
        <p:txBody>
          <a:bodyPr wrap="square" rtlCol="0">
            <a:spAutoFit/>
          </a:bodyPr>
          <a:lstStyle/>
          <a:p>
            <a:pPr marL="114300" lvl="0" indent="0" algn="l" rtl="0">
              <a:lnSpc>
                <a:spcPct val="100000"/>
              </a:lnSpc>
              <a:spcBef>
                <a:spcPts val="0"/>
              </a:spcBef>
              <a:spcAft>
                <a:spcPts val="0"/>
              </a:spcAft>
              <a:buSzPts val="1800"/>
              <a:buNone/>
            </a:pPr>
            <a:r>
              <a:rPr lang="fr-FR" dirty="0" err="1">
                <a:solidFill>
                  <a:schemeClr val="bg1"/>
                </a:solidFill>
                <a:latin typeface="Century Gothic" panose="020B0502020202020204" pitchFamily="34" charset="0"/>
              </a:rPr>
              <a:t>Probleme</a:t>
            </a:r>
            <a:r>
              <a:rPr lang="fr-FR" dirty="0">
                <a:solidFill>
                  <a:schemeClr val="bg1"/>
                </a:solidFill>
                <a:latin typeface="Century Gothic" panose="020B0502020202020204" pitchFamily="34" charset="0"/>
              </a:rPr>
              <a:t> remarqué&amp;, </a:t>
            </a:r>
            <a:r>
              <a:rPr lang="fr-FR" dirty="0" err="1">
                <a:solidFill>
                  <a:schemeClr val="bg1"/>
                </a:solidFill>
                <a:latin typeface="Century Gothic" panose="020B0502020202020204" pitchFamily="34" charset="0"/>
              </a:rPr>
              <a:t>réflexion,ce</a:t>
            </a:r>
            <a:r>
              <a:rPr lang="fr-FR" dirty="0">
                <a:solidFill>
                  <a:schemeClr val="bg1"/>
                </a:solidFill>
                <a:latin typeface="Century Gothic" panose="020B0502020202020204" pitchFamily="34" charset="0"/>
              </a:rPr>
              <a:t> » que t ’as fais effectivement </a:t>
            </a:r>
          </a:p>
          <a:p>
            <a:pPr marL="114300" lvl="0" indent="0" algn="l" rtl="0">
              <a:lnSpc>
                <a:spcPct val="100000"/>
              </a:lnSpc>
              <a:spcBef>
                <a:spcPts val="0"/>
              </a:spcBef>
              <a:spcAft>
                <a:spcPts val="0"/>
              </a:spcAft>
              <a:buSzPts val="1800"/>
              <a:buNone/>
            </a:pPr>
            <a:endParaRPr lang="fr-FR" dirty="0">
              <a:solidFill>
                <a:schemeClr val="bg1"/>
              </a:solidFill>
              <a:latin typeface="Century Gothic" panose="020B0502020202020204" pitchFamily="34" charset="0"/>
            </a:endParaRPr>
          </a:p>
          <a:p>
            <a:pPr marL="114300" lvl="0" indent="0" algn="l" rtl="0">
              <a:lnSpc>
                <a:spcPct val="100000"/>
              </a:lnSpc>
              <a:spcBef>
                <a:spcPts val="0"/>
              </a:spcBef>
              <a:spcAft>
                <a:spcPts val="0"/>
              </a:spcAft>
              <a:buSzPts val="1800"/>
              <a:buNone/>
            </a:pPr>
            <a:r>
              <a:rPr lang="fr-FR" sz="1600" dirty="0">
                <a:solidFill>
                  <a:schemeClr val="bg1"/>
                </a:solidFill>
                <a:latin typeface="Century Gothic" panose="020B0502020202020204" pitchFamily="34" charset="0"/>
              </a:rPr>
              <a:t>Etape préparatoire: Prise de connaissance du type des données -&gt; les valeurs n’étaient pas normalisées avec le reste des données. Par conséquent, j’ai harmoniser la colonne Valeur en multipliant par 1000 et en la </a:t>
            </a:r>
            <a:r>
              <a:rPr lang="fr-FR" sz="1600" dirty="0" err="1">
                <a:solidFill>
                  <a:schemeClr val="bg1"/>
                </a:solidFill>
                <a:latin typeface="Century Gothic" panose="020B0502020202020204" pitchFamily="34" charset="0"/>
              </a:rPr>
              <a:t>renomant</a:t>
            </a:r>
            <a:r>
              <a:rPr lang="fr-FR" sz="1600" dirty="0">
                <a:solidFill>
                  <a:schemeClr val="bg1"/>
                </a:solidFill>
                <a:latin typeface="Century Gothic" panose="020B0502020202020204" pitchFamily="34" charset="0"/>
              </a:rPr>
              <a:t> population (exemple pour  1 partie </a:t>
            </a:r>
            <a:r>
              <a:rPr lang="fr-FR" sz="1600" dirty="0" err="1">
                <a:solidFill>
                  <a:schemeClr val="bg1"/>
                </a:solidFill>
                <a:latin typeface="Century Gothic" panose="020B0502020202020204" pitchFamily="34" charset="0"/>
              </a:rPr>
              <a:t>mùais</a:t>
            </a:r>
            <a:r>
              <a:rPr lang="fr-FR" sz="1600" dirty="0">
                <a:solidFill>
                  <a:schemeClr val="bg1"/>
                </a:solidFill>
                <a:latin typeface="Century Gothic" panose="020B0502020202020204" pitchFamily="34" charset="0"/>
              </a:rPr>
              <a:t> refait pour les 4)</a:t>
            </a:r>
          </a:p>
          <a:p>
            <a:pPr marL="114300" lvl="0" indent="0" algn="l" rtl="0">
              <a:lnSpc>
                <a:spcPct val="100000"/>
              </a:lnSpc>
              <a:spcBef>
                <a:spcPts val="0"/>
              </a:spcBef>
              <a:spcAft>
                <a:spcPts val="0"/>
              </a:spcAft>
              <a:buSzPts val="1800"/>
              <a:buNone/>
            </a:pPr>
            <a:endParaRPr lang="fr-FR" dirty="0">
              <a:solidFill>
                <a:schemeClr val="bg1"/>
              </a:solidFill>
              <a:latin typeface="Century Gothic" panose="020B0502020202020204" pitchFamily="34" charset="0"/>
            </a:endParaRPr>
          </a:p>
          <a:p>
            <a:endParaRPr lang="fr-FR" dirty="0"/>
          </a:p>
        </p:txBody>
      </p:sp>
      <p:sp>
        <p:nvSpPr>
          <p:cNvPr id="4" name="ZoneTexte 3">
            <a:extLst>
              <a:ext uri="{FF2B5EF4-FFF2-40B4-BE49-F238E27FC236}">
                <a16:creationId xmlns:a16="http://schemas.microsoft.com/office/drawing/2014/main" id="{F5098932-C3E0-4F48-1BFE-80137E672499}"/>
              </a:ext>
            </a:extLst>
          </p:cNvPr>
          <p:cNvSpPr txBox="1"/>
          <p:nvPr/>
        </p:nvSpPr>
        <p:spPr>
          <a:xfrm>
            <a:off x="6095999" y="5414590"/>
            <a:ext cx="5728457" cy="1323439"/>
          </a:xfrm>
          <a:prstGeom prst="rect">
            <a:avLst/>
          </a:prstGeom>
          <a:noFill/>
        </p:spPr>
        <p:txBody>
          <a:bodyPr wrap="square" rtlCol="0">
            <a:spAutoFit/>
          </a:bodyPr>
          <a:lstStyle/>
          <a:p>
            <a:r>
              <a:rPr lang="fr-FR" sz="1600" dirty="0">
                <a:solidFill>
                  <a:schemeClr val="bg1"/>
                </a:solidFill>
                <a:latin typeface="Century Gothic" panose="020B0502020202020204" pitchFamily="34" charset="0"/>
              </a:rPr>
              <a:t>Méthode de l’analyse :</a:t>
            </a:r>
          </a:p>
          <a:p>
            <a:r>
              <a:rPr lang="fr-FR" sz="1600" dirty="0">
                <a:solidFill>
                  <a:schemeClr val="bg1"/>
                </a:solidFill>
                <a:latin typeface="Century Gothic" panose="020B0502020202020204" pitchFamily="34" charset="0"/>
              </a:rPr>
              <a:t>Fusion des différents CSV sur des tables communes cad prendre un champ commun a toutes les CSV et lier les données. </a:t>
            </a:r>
          </a:p>
          <a:p>
            <a:r>
              <a:rPr lang="fr-FR" sz="1600" dirty="0">
                <a:solidFill>
                  <a:schemeClr val="bg1"/>
                </a:solidFill>
                <a:latin typeface="Century Gothic" panose="020B0502020202020204"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4"/>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dirty="0"/>
              <a:t>1) Proportion de personnes en état de sous-nutrition en 2017</a:t>
            </a:r>
            <a:endParaRPr sz="3200" dirty="0"/>
          </a:p>
        </p:txBody>
      </p:sp>
      <p:sp>
        <p:nvSpPr>
          <p:cNvPr id="146" name="Google Shape;146;p4"/>
          <p:cNvSpPr txBox="1">
            <a:spLocks noGrp="1"/>
          </p:cNvSpPr>
          <p:nvPr>
            <p:ph idx="1"/>
          </p:nvPr>
        </p:nvSpPr>
        <p:spPr>
          <a:xfrm>
            <a:off x="818712" y="2222287"/>
            <a:ext cx="6823747" cy="407331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fr-FR" dirty="0"/>
              <a:t>Pour déterminer le nombre de personne en sous nutrition je fais la somme total des personne en sous nutrition. </a:t>
            </a:r>
          </a:p>
          <a:p>
            <a:pPr marL="0" lvl="0" indent="0" algn="l" rtl="0">
              <a:lnSpc>
                <a:spcPct val="100000"/>
              </a:lnSpc>
              <a:spcBef>
                <a:spcPts val="0"/>
              </a:spcBef>
              <a:spcAft>
                <a:spcPts val="0"/>
              </a:spcAft>
              <a:buSzPts val="1800"/>
              <a:buNone/>
            </a:pPr>
            <a:r>
              <a:rPr lang="fr-FR" dirty="0"/>
              <a:t>Ce qui donne le chiffre suivant -&gt; 535 700 000. </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Ce chiffre est la résultante de la fusion des fichiers population et sous nutrition.</a:t>
            </a:r>
            <a:br>
              <a:rPr lang="fr-FR" dirty="0"/>
            </a:br>
            <a:endParaRPr lang="fr-FR" dirty="0"/>
          </a:p>
          <a:p>
            <a:pPr marL="0" lvl="0" indent="0" algn="l" rtl="0">
              <a:lnSpc>
                <a:spcPct val="100000"/>
              </a:lnSpc>
              <a:spcBef>
                <a:spcPts val="0"/>
              </a:spcBef>
              <a:spcAft>
                <a:spcPts val="0"/>
              </a:spcAft>
              <a:buSzPts val="1800"/>
              <a:buNone/>
            </a:pPr>
            <a:r>
              <a:rPr lang="fr-FR" dirty="0"/>
              <a:t>Pour déterminer le pourcentage on fait le nombre de personne en sous nutrition par rapport a la population totale ce qui donne  -&gt; 7,1 % de la pop mondiale</a:t>
            </a:r>
          </a:p>
          <a:p>
            <a:pPr marL="0" lvl="0" indent="0" algn="l" rtl="0">
              <a:lnSpc>
                <a:spcPct val="100000"/>
              </a:lnSpc>
              <a:spcBef>
                <a:spcPts val="0"/>
              </a:spcBef>
              <a:spcAft>
                <a:spcPts val="0"/>
              </a:spcAft>
              <a:buSzPts val="1800"/>
              <a:buNone/>
            </a:pPr>
            <a:r>
              <a:rPr lang="fr-FR" dirty="0"/>
              <a:t>	</a:t>
            </a:r>
            <a:endParaRPr dirty="0"/>
          </a:p>
        </p:txBody>
      </p:sp>
      <p:pic>
        <p:nvPicPr>
          <p:cNvPr id="3" name="Image 2">
            <a:extLst>
              <a:ext uri="{FF2B5EF4-FFF2-40B4-BE49-F238E27FC236}">
                <a16:creationId xmlns:a16="http://schemas.microsoft.com/office/drawing/2014/main" id="{2ADED575-0221-9278-03A6-3F10CD17CDA7}"/>
              </a:ext>
            </a:extLst>
          </p:cNvPr>
          <p:cNvPicPr>
            <a:picLocks noChangeAspect="1"/>
          </p:cNvPicPr>
          <p:nvPr/>
        </p:nvPicPr>
        <p:blipFill>
          <a:blip r:embed="rId3"/>
          <a:stretch>
            <a:fillRect/>
          </a:stretch>
        </p:blipFill>
        <p:spPr>
          <a:xfrm>
            <a:off x="8030054" y="2402925"/>
            <a:ext cx="4115997" cy="844685"/>
          </a:xfrm>
          <a:prstGeom prst="rect">
            <a:avLst/>
          </a:prstGeom>
        </p:spPr>
      </p:pic>
      <p:sp>
        <p:nvSpPr>
          <p:cNvPr id="4" name="ZoneTexte 3">
            <a:extLst>
              <a:ext uri="{FF2B5EF4-FFF2-40B4-BE49-F238E27FC236}">
                <a16:creationId xmlns:a16="http://schemas.microsoft.com/office/drawing/2014/main" id="{A365A347-789B-9629-326A-0A36CC4DBD8B}"/>
              </a:ext>
            </a:extLst>
          </p:cNvPr>
          <p:cNvSpPr txBox="1"/>
          <p:nvPr/>
        </p:nvSpPr>
        <p:spPr>
          <a:xfrm>
            <a:off x="8234533" y="3429000"/>
            <a:ext cx="4115997" cy="430887"/>
          </a:xfrm>
          <a:prstGeom prst="rect">
            <a:avLst/>
          </a:prstGeom>
          <a:noFill/>
        </p:spPr>
        <p:txBody>
          <a:bodyPr wrap="square" rtlCol="0">
            <a:spAutoFit/>
          </a:bodyPr>
          <a:lstStyle/>
          <a:p>
            <a:r>
              <a:rPr lang="fr-FR" sz="1100" dirty="0"/>
              <a:t>Extrait du </a:t>
            </a:r>
            <a:r>
              <a:rPr lang="fr-FR" sz="1100" dirty="0" err="1"/>
              <a:t>dataframe</a:t>
            </a:r>
            <a:r>
              <a:rPr lang="fr-FR" sz="1100" dirty="0"/>
              <a:t> avec les champs ‘sous nutrition’ et ‘population’ pour chaque zone géographique.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5"/>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2) Nombre théorique de personnes qui pourraient être nourries en 2017</a:t>
            </a:r>
            <a:endParaRPr sz="3200"/>
          </a:p>
        </p:txBody>
      </p:sp>
      <p:sp>
        <p:nvSpPr>
          <p:cNvPr id="153" name="Google Shape;153;p5"/>
          <p:cNvSpPr txBox="1">
            <a:spLocks noGrp="1"/>
          </p:cNvSpPr>
          <p:nvPr>
            <p:ph idx="1"/>
          </p:nvPr>
        </p:nvSpPr>
        <p:spPr>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fontScale="92500" lnSpcReduction="20000"/>
          </a:bodyPr>
          <a:lstStyle/>
          <a:p>
            <a:pPr marL="0" lvl="0" indent="0" algn="l" rtl="0">
              <a:lnSpc>
                <a:spcPct val="100000"/>
              </a:lnSpc>
              <a:spcBef>
                <a:spcPts val="0"/>
              </a:spcBef>
              <a:spcAft>
                <a:spcPts val="0"/>
              </a:spcAft>
              <a:buSzPts val="1800"/>
              <a:buNone/>
            </a:pPr>
            <a:r>
              <a:rPr lang="fr-FR" dirty="0"/>
              <a:t> </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Détermination de l’apport calorique journalier nécessaire :</a:t>
            </a:r>
          </a:p>
          <a:p>
            <a:pPr marL="0" indent="0">
              <a:spcBef>
                <a:spcPts val="0"/>
              </a:spcBef>
              <a:spcAft>
                <a:spcPts val="0"/>
              </a:spcAft>
              <a:buSzPts val="1800"/>
              <a:buNone/>
            </a:pPr>
            <a:r>
              <a:rPr lang="fr-FR" dirty="0"/>
              <a:t>Selon l’OMS, les besoins des  hommes - &gt; (2500 kcal) et des femmes - &gt; (2000 kcal).</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On peut déterminer un besoin moyen de 2250 kcal/jour, en considérant une répartition équilibrée de la population mondiale</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Voici la formule pour calculer la dispo global :</a:t>
            </a:r>
          </a:p>
          <a:p>
            <a:pPr marL="0" lvl="0" indent="0" algn="l" rtl="0">
              <a:lnSpc>
                <a:spcPct val="100000"/>
              </a:lnSpc>
              <a:spcBef>
                <a:spcPts val="0"/>
              </a:spcBef>
              <a:spcAft>
                <a:spcPts val="0"/>
              </a:spcAft>
              <a:buSzPts val="1800"/>
              <a:buNone/>
            </a:pPr>
            <a:r>
              <a:rPr lang="fr-FR" dirty="0" err="1"/>
              <a:t>dispo_kcal</a:t>
            </a:r>
            <a:r>
              <a:rPr lang="fr-FR" dirty="0"/>
              <a:t>=</a:t>
            </a:r>
            <a:r>
              <a:rPr lang="fr-FR" dirty="0" err="1"/>
              <a:t>Disponibilite</a:t>
            </a:r>
            <a:r>
              <a:rPr lang="fr-FR" dirty="0"/>
              <a:t>ˊ alimentaire (kcal/personne/jour)×Population×365</a:t>
            </a:r>
          </a:p>
          <a:p>
            <a:pPr marL="0" lvl="0" indent="0" algn="l" rtl="0">
              <a:lnSpc>
                <a:spcPct val="100000"/>
              </a:lnSpc>
              <a:spcBef>
                <a:spcPts val="0"/>
              </a:spcBef>
              <a:spcAft>
                <a:spcPts val="0"/>
              </a:spcAft>
              <a:buSzPts val="1800"/>
              <a:buNone/>
            </a:pPr>
            <a:r>
              <a:rPr lang="fr-FR" dirty="0" err="1"/>
              <a:t>dispo_kcal</a:t>
            </a:r>
            <a:r>
              <a:rPr lang="fr-FR" dirty="0"/>
              <a:t>=</a:t>
            </a:r>
            <a:r>
              <a:rPr lang="fr-FR" dirty="0" err="1"/>
              <a:t>Disponibilite</a:t>
            </a:r>
            <a:r>
              <a:rPr lang="fr-FR" dirty="0"/>
              <a:t>ˊ alimentaire (kcal/personne/jour)×Population×365</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Après ce calcul on pourrait théoriquement nourrir environ 123 % de la population mondiale actuelle.</a:t>
            </a:r>
          </a:p>
          <a:p>
            <a:pPr marL="0" lvl="0" indent="0" algn="l" rtl="0">
              <a:lnSpc>
                <a:spcPct val="100000"/>
              </a:lnSpc>
              <a:spcBef>
                <a:spcPts val="0"/>
              </a:spcBef>
              <a:spcAft>
                <a:spcPts val="0"/>
              </a:spcAft>
              <a:buSzPts val="18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6"/>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dirty="0"/>
              <a:t>3) Nombre théorique de personnes qui pourraient être nourries uniquement avec les végétaux en 2017</a:t>
            </a:r>
            <a:endParaRPr dirty="0"/>
          </a:p>
        </p:txBody>
      </p:sp>
      <p:sp>
        <p:nvSpPr>
          <p:cNvPr id="160" name="Google Shape;160;p6"/>
          <p:cNvSpPr txBox="1">
            <a:spLocks noGrp="1"/>
          </p:cNvSpPr>
          <p:nvPr>
            <p:ph idx="1"/>
          </p:nvPr>
        </p:nvSpPr>
        <p:spPr>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fr-FR" dirty="0"/>
              <a:t>On reprend la même logique que précédemment mais en isolant uniquement les aliments végétaux. </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Estimation du pouvoir nourricier des végétaux</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Les seules ressources végétales pourraient théoriquement nourrir 102 % de la population mondiale actuelle.</a:t>
            </a:r>
          </a:p>
        </p:txBody>
      </p:sp>
      <p:sp>
        <p:nvSpPr>
          <p:cNvPr id="161" name="Google Shape;161;p6"/>
          <p:cNvSpPr/>
          <p:nvPr/>
        </p:nvSpPr>
        <p:spPr>
          <a:xfrm>
            <a:off x="12192000" y="2711950"/>
            <a:ext cx="995996" cy="610218"/>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dirty="0">
                <a:solidFill>
                  <a:srgbClr val="000000"/>
                </a:solidFill>
                <a:highlight>
                  <a:srgbClr val="FFFF00"/>
                </a:highlight>
                <a:latin typeface="Century Gothic"/>
                <a:ea typeface="Century Gothic"/>
                <a:cs typeface="Century Gothic"/>
                <a:sym typeface="Century Gothic"/>
              </a:rPr>
              <a:t>MEMO :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dirty="0">
                <a:solidFill>
                  <a:srgbClr val="000000"/>
                </a:solidFill>
                <a:highlight>
                  <a:srgbClr val="FFFF00"/>
                </a:highlight>
                <a:latin typeface="Century Gothic"/>
                <a:ea typeface="Century Gothic"/>
                <a:cs typeface="Century Gothic"/>
                <a:sym typeface="Century Gothic"/>
              </a:rPr>
              <a:t>Même calcul que précédemment mais avec uniquement les végétaux</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3" name="Image 2" descr="Une image contenant texte, capture d’écran, diagramme, cercle">
            <a:extLst>
              <a:ext uri="{FF2B5EF4-FFF2-40B4-BE49-F238E27FC236}">
                <a16:creationId xmlns:a16="http://schemas.microsoft.com/office/drawing/2014/main" id="{0CBC801F-06B0-E0B8-DEF7-D6B935E0BE3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2288" l="10000" r="90000">
                        <a14:foregroundMark x1="29503" y1="90085" x2="40621" y2="93644"/>
                        <a14:foregroundMark x1="40621" y1="93644" x2="51056" y2="92288"/>
                        <a14:foregroundMark x1="51056" y1="92288" x2="54907" y2="90085"/>
                      </a14:backgroundRemoval>
                    </a14:imgEffect>
                  </a14:imgLayer>
                </a14:imgProps>
              </a:ext>
            </a:extLst>
          </a:blip>
          <a:stretch>
            <a:fillRect/>
          </a:stretch>
        </p:blipFill>
        <p:spPr>
          <a:xfrm>
            <a:off x="2807529" y="1958915"/>
            <a:ext cx="4919801" cy="3605817"/>
          </a:xfrm>
          <a:prstGeom prst="rect">
            <a:avLst/>
          </a:prstGeom>
        </p:spPr>
      </p:pic>
      <p:sp>
        <p:nvSpPr>
          <p:cNvPr id="166" name="Google Shape;166;p7"/>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dirty="0"/>
              <a:t>4) Répartition de la disponibilité intérieure</a:t>
            </a:r>
            <a:endParaRPr dirty="0"/>
          </a:p>
        </p:txBody>
      </p:sp>
      <p:sp>
        <p:nvSpPr>
          <p:cNvPr id="167" name="Google Shape;167;p7"/>
          <p:cNvSpPr txBox="1">
            <a:spLocks noGrp="1"/>
          </p:cNvSpPr>
          <p:nvPr>
            <p:ph idx="1"/>
          </p:nvPr>
        </p:nvSpPr>
        <p:spPr>
          <a:xfrm>
            <a:off x="913795" y="1723259"/>
            <a:ext cx="10353762" cy="405875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000000"/>
              </a:buClr>
              <a:buSzPts val="1800"/>
              <a:buFont typeface="Arial"/>
              <a:buNone/>
            </a:pPr>
            <a:r>
              <a:rPr lang="fr-FR" dirty="0"/>
              <a:t> </a:t>
            </a:r>
          </a:p>
          <a:p>
            <a:pPr marL="0" lvl="0" indent="0" algn="l" rtl="0">
              <a:lnSpc>
                <a:spcPct val="100000"/>
              </a:lnSpc>
              <a:spcBef>
                <a:spcPts val="0"/>
              </a:spcBef>
              <a:spcAft>
                <a:spcPts val="0"/>
              </a:spcAft>
              <a:buClr>
                <a:srgbClr val="000000"/>
              </a:buClr>
              <a:buSzPts val="1800"/>
              <a:buFont typeface="Arial"/>
              <a:buNone/>
            </a:pPr>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5) Part de l’utilisation des principales céréales entre l’alimentation humaine et animale</a:t>
            </a:r>
            <a:endParaRPr/>
          </a:p>
        </p:txBody>
      </p:sp>
      <p:sp>
        <p:nvSpPr>
          <p:cNvPr id="175" name="Google Shape;175;p8"/>
          <p:cNvSpPr txBox="1">
            <a:spLocks noGrp="1"/>
          </p:cNvSpPr>
          <p:nvPr>
            <p:ph idx="1"/>
          </p:nvPr>
        </p:nvSpPr>
        <p:spPr>
          <a:xfrm>
            <a:off x="1079214" y="1838134"/>
            <a:ext cx="10353762" cy="405875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fr-FR" dirty="0"/>
              <a:t>Filtrage des produits céréaliers</a:t>
            </a:r>
          </a:p>
          <a:p>
            <a:pPr marL="0" lvl="0" indent="0" algn="l" rtl="0">
              <a:lnSpc>
                <a:spcPct val="100000"/>
              </a:lnSpc>
              <a:spcBef>
                <a:spcPts val="0"/>
              </a:spcBef>
              <a:spcAft>
                <a:spcPts val="0"/>
              </a:spcAft>
              <a:buSzPts val="1800"/>
              <a:buNone/>
            </a:pPr>
            <a:r>
              <a:rPr lang="fr-FR" dirty="0"/>
              <a:t>Les principaux types de céréales :</a:t>
            </a:r>
          </a:p>
          <a:p>
            <a:pPr marL="0" lvl="0" indent="0" algn="l" rtl="0">
              <a:lnSpc>
                <a:spcPct val="100000"/>
              </a:lnSpc>
              <a:spcBef>
                <a:spcPts val="0"/>
              </a:spcBef>
              <a:spcAft>
                <a:spcPts val="0"/>
              </a:spcAft>
              <a:buSzPts val="1800"/>
              <a:buNone/>
            </a:pPr>
            <a:r>
              <a:rPr lang="fr-FR" dirty="0"/>
              <a:t>Blé, Riz, Orge, Maïs, Seigle, Avoine, Millet, Sorgho, Autres céréales.</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On crée un </a:t>
            </a:r>
            <a:r>
              <a:rPr lang="fr-FR" dirty="0" err="1"/>
              <a:t>DataFrame</a:t>
            </a:r>
            <a:r>
              <a:rPr lang="fr-FR" dirty="0"/>
              <a:t> dédié afin d’isoler leur usage dans la chaîne alimentaire.</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Répartition des usages des céréales</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    Nourriture animale : 36.14 %</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    Consommation humaine : 42.91 %</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9"/>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dirty="0"/>
              <a:t>6) Liste des 10 pays où la proportion de personnes en état de sous-nutrition est la plus forte en </a:t>
            </a:r>
            <a:r>
              <a:rPr lang="fr-FR" sz="3200" dirty="0">
                <a:solidFill>
                  <a:schemeClr val="lt1"/>
                </a:solidFill>
              </a:rPr>
              <a:t>2017</a:t>
            </a:r>
            <a:endParaRPr dirty="0"/>
          </a:p>
        </p:txBody>
      </p:sp>
      <p:sp>
        <p:nvSpPr>
          <p:cNvPr id="182" name="Google Shape;182;p9"/>
          <p:cNvSpPr txBox="1">
            <a:spLocks noGrp="1"/>
          </p:cNvSpPr>
          <p:nvPr>
            <p:ph idx="1"/>
          </p:nvPr>
        </p:nvSpPr>
        <p:spPr>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endParaRPr dirty="0"/>
          </a:p>
        </p:txBody>
      </p:sp>
      <p:pic>
        <p:nvPicPr>
          <p:cNvPr id="3" name="Image 2">
            <a:extLst>
              <a:ext uri="{FF2B5EF4-FFF2-40B4-BE49-F238E27FC236}">
                <a16:creationId xmlns:a16="http://schemas.microsoft.com/office/drawing/2014/main" id="{17B08A2E-CCA8-4911-5EB2-ECD4985735C3}"/>
              </a:ext>
            </a:extLst>
          </p:cNvPr>
          <p:cNvPicPr>
            <a:picLocks noChangeAspect="1"/>
          </p:cNvPicPr>
          <p:nvPr/>
        </p:nvPicPr>
        <p:blipFill>
          <a:blip r:embed="rId3"/>
          <a:stretch>
            <a:fillRect/>
          </a:stretch>
        </p:blipFill>
        <p:spPr>
          <a:xfrm>
            <a:off x="2481772" y="2421205"/>
            <a:ext cx="6521850" cy="29537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0"/>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7) Liste des 10 pays qui ont le plus bénéficié de l’aide alimentaire entre 2013 et 2016</a:t>
            </a:r>
            <a:endParaRPr/>
          </a:p>
        </p:txBody>
      </p:sp>
      <p:sp>
        <p:nvSpPr>
          <p:cNvPr id="189" name="Google Shape;189;p10"/>
          <p:cNvSpPr txBox="1">
            <a:spLocks noGrp="1"/>
          </p:cNvSpPr>
          <p:nvPr>
            <p:ph idx="1"/>
          </p:nvPr>
        </p:nvSpPr>
        <p:spPr>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endParaRPr dirty="0"/>
          </a:p>
        </p:txBody>
      </p:sp>
      <p:pic>
        <p:nvPicPr>
          <p:cNvPr id="3" name="Image 2">
            <a:extLst>
              <a:ext uri="{FF2B5EF4-FFF2-40B4-BE49-F238E27FC236}">
                <a16:creationId xmlns:a16="http://schemas.microsoft.com/office/drawing/2014/main" id="{1A88A2FE-F58C-BFB6-F448-6430AE0193D1}"/>
              </a:ext>
            </a:extLst>
          </p:cNvPr>
          <p:cNvPicPr>
            <a:picLocks noChangeAspect="1"/>
          </p:cNvPicPr>
          <p:nvPr/>
        </p:nvPicPr>
        <p:blipFill>
          <a:blip r:embed="rId3"/>
          <a:stretch>
            <a:fillRect/>
          </a:stretch>
        </p:blipFill>
        <p:spPr>
          <a:xfrm>
            <a:off x="810000" y="2592787"/>
            <a:ext cx="6113794" cy="337033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2233f607d43_0_0"/>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8) Évolution de l’aide alimentaire pour les 5 pays qui en ont le plus bénéficié entre 2013 et 2016</a:t>
            </a:r>
            <a:endParaRPr/>
          </a:p>
        </p:txBody>
      </p:sp>
      <p:sp>
        <p:nvSpPr>
          <p:cNvPr id="196" name="Google Shape;196;g2233f607d43_0_0"/>
          <p:cNvSpPr txBox="1">
            <a:spLocks noGrp="1"/>
          </p:cNvSpPr>
          <p:nvPr>
            <p:ph idx="1"/>
          </p:nvPr>
        </p:nvSpPr>
        <p:spPr>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endParaRPr dirty="0"/>
          </a:p>
        </p:txBody>
      </p:sp>
      <p:pic>
        <p:nvPicPr>
          <p:cNvPr id="4" name="Image 3">
            <a:extLst>
              <a:ext uri="{FF2B5EF4-FFF2-40B4-BE49-F238E27FC236}">
                <a16:creationId xmlns:a16="http://schemas.microsoft.com/office/drawing/2014/main" id="{D1D1642D-F423-8CD3-311A-7D039196C1AB}"/>
              </a:ext>
            </a:extLst>
          </p:cNvPr>
          <p:cNvPicPr>
            <a:picLocks noChangeAspect="1"/>
          </p:cNvPicPr>
          <p:nvPr/>
        </p:nvPicPr>
        <p:blipFill>
          <a:blip r:embed="rId3"/>
          <a:stretch>
            <a:fillRect/>
          </a:stretch>
        </p:blipFill>
        <p:spPr>
          <a:xfrm>
            <a:off x="818688" y="3098064"/>
            <a:ext cx="7106838" cy="18850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1"/>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9) Liste des 10 pays qui ont la plus forte disponibilité alimentaire par habitant</a:t>
            </a:r>
          </a:p>
        </p:txBody>
      </p:sp>
      <p:sp>
        <p:nvSpPr>
          <p:cNvPr id="203" name="Google Shape;203;p11"/>
          <p:cNvSpPr txBox="1">
            <a:spLocks noGrp="1"/>
          </p:cNvSpPr>
          <p:nvPr>
            <p:ph idx="1"/>
          </p:nvPr>
        </p:nvSpPr>
        <p:spPr>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endParaRPr dirty="0"/>
          </a:p>
        </p:txBody>
      </p:sp>
      <p:pic>
        <p:nvPicPr>
          <p:cNvPr id="3" name="Image 2">
            <a:extLst>
              <a:ext uri="{FF2B5EF4-FFF2-40B4-BE49-F238E27FC236}">
                <a16:creationId xmlns:a16="http://schemas.microsoft.com/office/drawing/2014/main" id="{744461A7-1B16-83E6-5854-10BE1741954A}"/>
              </a:ext>
            </a:extLst>
          </p:cNvPr>
          <p:cNvPicPr>
            <a:picLocks noChangeAspect="1"/>
          </p:cNvPicPr>
          <p:nvPr/>
        </p:nvPicPr>
        <p:blipFill>
          <a:blip r:embed="rId3"/>
          <a:stretch>
            <a:fillRect/>
          </a:stretch>
        </p:blipFill>
        <p:spPr>
          <a:xfrm>
            <a:off x="818712" y="2824285"/>
            <a:ext cx="3772809" cy="27646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2"/>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9) Liste des 10 pays qui ont la plus faible disponibilité alimentaire par habitant</a:t>
            </a:r>
            <a:endParaRPr/>
          </a:p>
        </p:txBody>
      </p:sp>
      <p:sp>
        <p:nvSpPr>
          <p:cNvPr id="210" name="Google Shape;210;p12"/>
          <p:cNvSpPr txBox="1">
            <a:spLocks noGrp="1"/>
          </p:cNvSpPr>
          <p:nvPr>
            <p:ph idx="1"/>
          </p:nvPr>
        </p:nvSpPr>
        <p:spPr>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endParaRPr dirty="0"/>
          </a:p>
        </p:txBody>
      </p:sp>
      <p:pic>
        <p:nvPicPr>
          <p:cNvPr id="3" name="Image 2">
            <a:extLst>
              <a:ext uri="{FF2B5EF4-FFF2-40B4-BE49-F238E27FC236}">
                <a16:creationId xmlns:a16="http://schemas.microsoft.com/office/drawing/2014/main" id="{FC0F0877-CA84-124B-4E6D-DEDC0E081C08}"/>
              </a:ext>
            </a:extLst>
          </p:cNvPr>
          <p:cNvPicPr>
            <a:picLocks noChangeAspect="1"/>
          </p:cNvPicPr>
          <p:nvPr/>
        </p:nvPicPr>
        <p:blipFill>
          <a:blip r:embed="rId3"/>
          <a:stretch>
            <a:fillRect/>
          </a:stretch>
        </p:blipFill>
        <p:spPr>
          <a:xfrm>
            <a:off x="924075" y="2391709"/>
            <a:ext cx="5775828" cy="34361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5"/>
          <p:cNvSpPr txBox="1">
            <a:spLocks noGrp="1"/>
          </p:cNvSpPr>
          <p:nvPr>
            <p:ph type="title"/>
          </p:nvPr>
        </p:nvSpPr>
        <p:spPr>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a:t>Conclusion</a:t>
            </a:r>
            <a:endParaRPr/>
          </a:p>
        </p:txBody>
      </p:sp>
      <p:sp>
        <p:nvSpPr>
          <p:cNvPr id="231" name="Google Shape;231;p15"/>
          <p:cNvSpPr txBox="1">
            <a:spLocks noGrp="1"/>
          </p:cNvSpPr>
          <p:nvPr>
            <p:ph idx="1"/>
          </p:nvPr>
        </p:nvSpPr>
        <p:spPr>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457200" indent="-342900">
              <a:spcBef>
                <a:spcPts val="0"/>
              </a:spcBef>
              <a:spcAft>
                <a:spcPts val="0"/>
              </a:spcAft>
              <a:buSzPts val="1800"/>
            </a:pPr>
            <a:r>
              <a:rPr lang="fr-FR" dirty="0"/>
              <a:t>On peut voir une forte disparité des cultures entre les </a:t>
            </a:r>
            <a:r>
              <a:rPr lang="fr-FR" dirty="0" err="1"/>
              <a:t>payslpplupu</a:t>
            </a:r>
            <a:r>
              <a:rPr lang="fr-FR" dirty="0"/>
              <a:t> </a:t>
            </a:r>
          </a:p>
          <a:p>
            <a:pPr marL="457200" indent="-342900">
              <a:spcBef>
                <a:spcPts val="0"/>
              </a:spcBef>
              <a:spcAft>
                <a:spcPts val="0"/>
              </a:spcAft>
              <a:buSzPts val="1800"/>
            </a:pPr>
            <a:r>
              <a:rPr lang="fr-FR" dirty="0"/>
              <a:t>Adopter un régime moins carné afin de mieux utiliser les aliments végétaux</a:t>
            </a:r>
          </a:p>
          <a:p>
            <a:pPr marL="457200" indent="-342900">
              <a:spcBef>
                <a:spcPts val="0"/>
              </a:spcBef>
              <a:spcAft>
                <a:spcPts val="0"/>
              </a:spcAft>
              <a:buSzPts val="1800"/>
            </a:pPr>
            <a:r>
              <a:rPr lang="fr-FR" dirty="0"/>
              <a:t>Revenir a une agriculture plus </a:t>
            </a:r>
            <a:r>
              <a:rPr lang="fr-FR" dirty="0" err="1"/>
              <a:t>diversfié</a:t>
            </a:r>
            <a:r>
              <a:rPr lang="fr-FR" dirty="0"/>
              <a:t> </a:t>
            </a:r>
          </a:p>
          <a:p>
            <a:pPr marL="457200" indent="-342900">
              <a:spcBef>
                <a:spcPts val="0"/>
              </a:spcBef>
              <a:spcAft>
                <a:spcPts val="0"/>
              </a:spcAft>
              <a:buSzPts val="1800"/>
            </a:pPr>
            <a:endParaRPr lang="fr-F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rdoise">
  <a:themeElements>
    <a:clrScheme name="Papi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Ardois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rdois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FF747C5C-A8E8-4833-9E55-3D08FE4E487A}"/>
    </a:ext>
  </a:ext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TM04033929[[fn=Ardoise]]</Template>
  <TotalTime>396</TotalTime>
  <Words>761</Words>
  <Application>Microsoft Office PowerPoint</Application>
  <PresentationFormat>Grand écran</PresentationFormat>
  <Paragraphs>85</Paragraphs>
  <Slides>14</Slides>
  <Notes>14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14</vt:i4>
      </vt:variant>
    </vt:vector>
  </HeadingPairs>
  <TitlesOfParts>
    <vt:vector size="20" baseType="lpstr">
      <vt:lpstr>Calisto MT</vt:lpstr>
      <vt:lpstr>Calibri</vt:lpstr>
      <vt:lpstr>Century Gothic</vt:lpstr>
      <vt:lpstr>Wingdings 2</vt:lpstr>
      <vt:lpstr>Arial</vt:lpstr>
      <vt:lpstr>Ardoise</vt:lpstr>
      <vt:lpstr>Étude sur l’alimentation dans le monde</vt:lpstr>
      <vt:lpstr>Contexte et spécification des données</vt:lpstr>
      <vt:lpstr>Méthodologie de l’analyse</vt:lpstr>
      <vt:lpstr>1) Proportion de personnes en état de sous-nutrition en 2017</vt:lpstr>
      <vt:lpstr>2) Nombre théorique de personnes qui pourraient être nourries en 2017</vt:lpstr>
      <vt:lpstr>3) Nombre théorique de personnes qui pourraient être nourries uniquement avec les végétaux en 2017</vt:lpstr>
      <vt:lpstr>4) Répartition de la disponibilité intérieure</vt:lpstr>
      <vt:lpstr>5) Part de l’utilisation des principales céréales entre l’alimentation humaine et animale</vt:lpstr>
      <vt:lpstr>6) Liste des 10 pays où la proportion de personnes en état de sous-nutrition est la plus forte en 2017</vt:lpstr>
      <vt:lpstr>7) Liste des 10 pays qui ont le plus bénéficié de l’aide alimentaire entre 2013 et 2016</vt:lpstr>
      <vt:lpstr>8) Évolution de l’aide alimentaire pour les 5 pays qui en ont le plus bénéficié entre 2013 et 2016</vt:lpstr>
      <vt:lpstr>9) Liste des 10 pays qui ont la plus forte disponibilité alimentaire par habitant</vt:lpstr>
      <vt:lpstr>9) Liste des 10 pays qui ont la plus faible disponibilité alimentaire par habitant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JeY jEy</dc:creator>
  <cp:lastModifiedBy>thomas thouvenin</cp:lastModifiedBy>
  <cp:revision>1</cp:revision>
  <dcterms:created xsi:type="dcterms:W3CDTF">2023-03-17T20:58:30Z</dcterms:created>
  <dcterms:modified xsi:type="dcterms:W3CDTF">2025-05-22T11:03:09Z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