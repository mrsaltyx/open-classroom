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6" y="203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thouvenin" userId="4fdab10e23d8eab5" providerId="LiveId" clId="{16B17FDA-2464-4CF5-A60C-A0A23F0B60F6}"/>
    <pc:docChg chg="undo custSel modSld">
      <pc:chgData name="thomas thouvenin" userId="4fdab10e23d8eab5" providerId="LiveId" clId="{16B17FDA-2464-4CF5-A60C-A0A23F0B60F6}" dt="2024-09-20T13:09:30.699" v="68" actId="20577"/>
      <pc:docMkLst>
        <pc:docMk/>
      </pc:docMkLst>
      <pc:sldChg chg="modSp mod">
        <pc:chgData name="thomas thouvenin" userId="4fdab10e23d8eab5" providerId="LiveId" clId="{16B17FDA-2464-4CF5-A60C-A0A23F0B60F6}" dt="2024-09-20T13:09:30.699" v="68" actId="20577"/>
        <pc:sldMkLst>
          <pc:docMk/>
          <pc:sldMk cId="0" sldId="256"/>
        </pc:sldMkLst>
      </pc:sldChg>
    </pc:docChg>
  </pc:docChgLst>
  <pc:docChgLst>
    <pc:chgData name="thomas thouvenin" userId="4fdab10e23d8eab5" providerId="LiveId" clId="{B128DED3-CBC7-43A5-B66D-92227EF3A58C}"/>
    <pc:docChg chg="undo custSel modSld">
      <pc:chgData name="thomas thouvenin" userId="4fdab10e23d8eab5" providerId="LiveId" clId="{B128DED3-CBC7-43A5-B66D-92227EF3A58C}" dt="2025-05-03T14:54:40.298" v="51" actId="20577"/>
      <pc:docMkLst>
        <pc:docMk/>
      </pc:docMkLst>
      <pc:sldChg chg="modSp mod">
        <pc:chgData name="thomas thouvenin" userId="4fdab10e23d8eab5" providerId="LiveId" clId="{B128DED3-CBC7-43A5-B66D-92227EF3A58C}" dt="2025-05-03T14:54:40.298" v="51" actId="20577"/>
        <pc:sldMkLst>
          <pc:docMk/>
          <pc:sldMk cId="0" sldId="257"/>
        </pc:sldMkLst>
        <pc:spChg chg="mod">
          <ac:chgData name="thomas thouvenin" userId="4fdab10e23d8eab5" providerId="LiveId" clId="{B128DED3-CBC7-43A5-B66D-92227EF3A58C}" dt="2025-05-03T14:54:40.298" v="51" actId="20577"/>
          <ac:spMkLst>
            <pc:docMk/>
            <pc:sldMk cId="0" sldId="257"/>
            <ac:spMk id="6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6946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63640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0073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57288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9283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0017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4665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2871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8690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9708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6702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539371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06102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4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34403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50750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7154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0128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43126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3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6000148" y="0"/>
            <a:ext cx="1202540" cy="857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6456759" y="4569649"/>
            <a:ext cx="745301" cy="57385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65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25000" lnSpcReduction="20000"/>
          </a:bodyPr>
          <a:lstStyle/>
          <a:p>
            <a:pPr algn="ctr">
              <a:buSzPct val="100000"/>
            </a:pPr>
            <a:endParaRPr lang="fr-FR" sz="16000" b="1" dirty="0"/>
          </a:p>
          <a:p>
            <a:pPr algn="ctr">
              <a:buSzPct val="100000"/>
            </a:pPr>
            <a:r>
              <a:rPr lang="fr-FR" sz="16000" b="1" dirty="0"/>
              <a:t>Réalisez une étude d’un stock de librairie</a:t>
            </a:r>
          </a:p>
          <a:p>
            <a:pPr algn="ctr">
              <a:buSzPct val="100000"/>
            </a:pPr>
            <a:r>
              <a:rPr lang="fr-FR" sz="16000" b="1" dirty="0"/>
              <a:t>avec Python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Thouvenin Thomas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Date de la présentation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sz="1800"/>
              <a:t>Analyse exploratoire des données :
- Visualisation des ventes par jour, mois et catégorie
- Statistiques descriptives des quantités vendues
Choix des attributs clés : catégorie, prix, stock
Difficultés : gestion des doublons, encodage de texte</a:t>
            </a:r>
            <a:endParaRPr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sz="1800"/>
              <a:t>Fusion des données sur identifiants produits
Méthodes statistiques : moyennes, écarts-types, corrélations
Graphiques : histogrammes, courbes de ventes
Limites : données incomplètes pour certaines périodes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sz="1800"/>
              <a:t>Analyse univariée du prix :
- Répartition des prix par catégorie
- Boxplots, histogrammes
Observations : certaines catégories présentent des outliers significatifs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248076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Méthodes statistiques employés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Graphique avec commentaire des résultats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Limites éventuelles de l’analyse </a:t>
            </a:r>
          </a:p>
          <a:p>
            <a:pPr>
              <a:buClr>
                <a:srgbClr val="999999"/>
              </a:buClr>
              <a:buFont typeface="Montserrat"/>
              <a:buChar char="●"/>
            </a:pPr>
            <a:r>
              <a:rPr lang="fr-FR" dirty="0"/>
              <a:t>Analyses complémentaires :
- CA mensuel
- Corrélation entre prix, stock, quantité vendue
- Taux de marge estimé
Méthodes : </a:t>
            </a:r>
            <a:r>
              <a:rPr lang="fr-FR" dirty="0" err="1"/>
              <a:t>scatter</a:t>
            </a:r>
            <a:r>
              <a:rPr lang="fr-FR" dirty="0"/>
              <a:t> plots, </a:t>
            </a:r>
            <a:r>
              <a:rPr lang="fr-FR" dirty="0" err="1"/>
              <a:t>heatmaps</a:t>
            </a:r>
            <a:r>
              <a:rPr lang="fr-FR" dirty="0"/>
              <a:t>
Limites : hypothèses sur les marges</a:t>
            </a:r>
            <a:endParaRPr lang="fr-FR" sz="1400" dirty="0">
              <a:solidFill>
                <a:srgbClr val="000000"/>
              </a:solidFill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fr-FR" dirty="0"/>
              <a:t>Actions pour la suite :
- Approfondir les analyses bivariées
- Enrichir les données produits (poids, origine)
- Automatiser la mise à jour des fichiers</a:t>
            </a:r>
            <a:endParaRPr lang="fr-FR" sz="14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dirty="0"/>
              <a:t>Compétences acquises :
- Nettoyage avancé (dates, strings, types)
- Fusion de plusieurs sources
- Visualisation avec </a:t>
            </a:r>
            <a:r>
              <a:rPr lang="fr-FR" dirty="0" err="1"/>
              <a:t>Matplotlib</a:t>
            </a:r>
            <a:r>
              <a:rPr lang="fr-FR" dirty="0"/>
              <a:t> et </a:t>
            </a:r>
            <a:r>
              <a:rPr lang="fr-FR" dirty="0" err="1"/>
              <a:t>Seaborn</a:t>
            </a:r>
            <a:r>
              <a:rPr lang="fr-FR" dirty="0"/>
              <a:t>
Difficulté principale : gestion de données hétérogènes
Besoin d’entraînement : automatisation, </a:t>
            </a:r>
            <a:r>
              <a:rPr lang="fr-FR" dirty="0" err="1"/>
              <a:t>feature</a:t>
            </a:r>
            <a:r>
              <a:rPr lang="fr-FR" dirty="0"/>
              <a:t> engineering</a:t>
            </a:r>
            <a:endParaRPr lang="fr-FR" sz="1400" dirty="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278</Words>
  <Application>Microsoft Office PowerPoint</Application>
  <PresentationFormat>Affichage à l'écran (16:9)</PresentationFormat>
  <Paragraphs>22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Montserrat</vt:lpstr>
      <vt:lpstr>Wingdings 3</vt:lpstr>
      <vt:lpstr>Century Gothic</vt:lpstr>
      <vt:lpstr>Arial</vt:lpstr>
      <vt:lpstr>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thomas thouvenin</cp:lastModifiedBy>
  <cp:revision>2</cp:revision>
  <dcterms:modified xsi:type="dcterms:W3CDTF">2025-05-03T15:05:09Z</dcterms:modified>
</cp:coreProperties>
</file>