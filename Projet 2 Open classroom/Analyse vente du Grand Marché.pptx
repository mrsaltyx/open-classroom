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72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B9DB7C-762A-45A6-B6CE-BF7368E026ED}" v="31" dt="2025-02-20T12:30:05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thouvenin" userId="4fdab10e23d8eab5" providerId="LiveId" clId="{15B9DB7C-762A-45A6-B6CE-BF7368E026ED}"/>
    <pc:docChg chg="undo custSel addSld modSld sldOrd">
      <pc:chgData name="thomas thouvenin" userId="4fdab10e23d8eab5" providerId="LiveId" clId="{15B9DB7C-762A-45A6-B6CE-BF7368E026ED}" dt="2025-02-20T12:33:42.577" v="485" actId="5793"/>
      <pc:docMkLst>
        <pc:docMk/>
      </pc:docMkLst>
      <pc:sldChg chg="modSp">
        <pc:chgData name="thomas thouvenin" userId="4fdab10e23d8eab5" providerId="LiveId" clId="{15B9DB7C-762A-45A6-B6CE-BF7368E026ED}" dt="2025-02-20T12:30:05.109" v="231"/>
        <pc:sldMkLst>
          <pc:docMk/>
          <pc:sldMk cId="2456114554" sldId="256"/>
        </pc:sldMkLst>
        <pc:spChg chg="mod">
          <ac:chgData name="thomas thouvenin" userId="4fdab10e23d8eab5" providerId="LiveId" clId="{15B9DB7C-762A-45A6-B6CE-BF7368E026ED}" dt="2025-02-20T12:30:05.109" v="231"/>
          <ac:spMkLst>
            <pc:docMk/>
            <pc:sldMk cId="2456114554" sldId="256"/>
            <ac:spMk id="2" creationId="{3B749CE2-26ED-99AB-3540-15DA16C6202B}"/>
          </ac:spMkLst>
        </pc:spChg>
        <pc:spChg chg="mod">
          <ac:chgData name="thomas thouvenin" userId="4fdab10e23d8eab5" providerId="LiveId" clId="{15B9DB7C-762A-45A6-B6CE-BF7368E026ED}" dt="2025-02-20T12:30:05.109" v="231"/>
          <ac:spMkLst>
            <pc:docMk/>
            <pc:sldMk cId="2456114554" sldId="256"/>
            <ac:spMk id="3" creationId="{8C5BB329-8280-226B-B04B-EF4D67B7EF3E}"/>
          </ac:spMkLst>
        </pc:spChg>
      </pc:sldChg>
      <pc:sldChg chg="modSp mod">
        <pc:chgData name="thomas thouvenin" userId="4fdab10e23d8eab5" providerId="LiveId" clId="{15B9DB7C-762A-45A6-B6CE-BF7368E026ED}" dt="2025-02-20T12:32:00.555" v="293" actId="20577"/>
        <pc:sldMkLst>
          <pc:docMk/>
          <pc:sldMk cId="1935712399" sldId="257"/>
        </pc:sldMkLst>
        <pc:spChg chg="mod">
          <ac:chgData name="thomas thouvenin" userId="4fdab10e23d8eab5" providerId="LiveId" clId="{15B9DB7C-762A-45A6-B6CE-BF7368E026ED}" dt="2025-02-20T12:30:05.109" v="231"/>
          <ac:spMkLst>
            <pc:docMk/>
            <pc:sldMk cId="1935712399" sldId="257"/>
            <ac:spMk id="2" creationId="{7ED2B4C4-73F5-CB6D-6D36-7BAF26FC250A}"/>
          </ac:spMkLst>
        </pc:spChg>
        <pc:spChg chg="mod">
          <ac:chgData name="thomas thouvenin" userId="4fdab10e23d8eab5" providerId="LiveId" clId="{15B9DB7C-762A-45A6-B6CE-BF7368E026ED}" dt="2025-02-20T12:32:00.555" v="293" actId="20577"/>
          <ac:spMkLst>
            <pc:docMk/>
            <pc:sldMk cId="1935712399" sldId="257"/>
            <ac:spMk id="3" creationId="{EAF835EF-DC79-DEA7-CB17-E4488BE93552}"/>
          </ac:spMkLst>
        </pc:spChg>
      </pc:sldChg>
      <pc:sldChg chg="addSp delSp modSp mod setBg setClrOvrMap delDesignElem">
        <pc:chgData name="thomas thouvenin" userId="4fdab10e23d8eab5" providerId="LiveId" clId="{15B9DB7C-762A-45A6-B6CE-BF7368E026ED}" dt="2025-02-20T12:31:28.180" v="261" actId="26606"/>
        <pc:sldMkLst>
          <pc:docMk/>
          <pc:sldMk cId="937290667" sldId="258"/>
        </pc:sldMkLst>
        <pc:spChg chg="mod">
          <ac:chgData name="thomas thouvenin" userId="4fdab10e23d8eab5" providerId="LiveId" clId="{15B9DB7C-762A-45A6-B6CE-BF7368E026ED}" dt="2025-02-20T12:31:28.180" v="261" actId="26606"/>
          <ac:spMkLst>
            <pc:docMk/>
            <pc:sldMk cId="937290667" sldId="258"/>
            <ac:spMk id="2" creationId="{5F58C0A7-489E-9EA3-02A1-8D3F74BFDBEF}"/>
          </ac:spMkLst>
        </pc:spChg>
        <pc:spChg chg="add del">
          <ac:chgData name="thomas thouvenin" userId="4fdab10e23d8eab5" providerId="LiveId" clId="{15B9DB7C-762A-45A6-B6CE-BF7368E026ED}" dt="2025-02-20T12:31:28.180" v="261" actId="26606"/>
          <ac:spMkLst>
            <pc:docMk/>
            <pc:sldMk cId="937290667" sldId="258"/>
            <ac:spMk id="52" creationId="{4AC0CD9D-7610-4620-93B4-798CCD9AB581}"/>
          </ac:spMkLst>
        </pc:spChg>
        <pc:spChg chg="add del">
          <ac:chgData name="thomas thouvenin" userId="4fdab10e23d8eab5" providerId="LiveId" clId="{15B9DB7C-762A-45A6-B6CE-BF7368E026ED}" dt="2025-02-20T12:31:28.180" v="261" actId="26606"/>
          <ac:spMkLst>
            <pc:docMk/>
            <pc:sldMk cId="937290667" sldId="258"/>
            <ac:spMk id="58" creationId="{DE4D62F9-188E-4530-84C2-24BDEE4BEB82}"/>
          </ac:spMkLst>
        </pc:spChg>
        <pc:spChg chg="add del">
          <ac:chgData name="thomas thouvenin" userId="4fdab10e23d8eab5" providerId="LiveId" clId="{15B9DB7C-762A-45A6-B6CE-BF7368E026ED}" dt="2025-02-20T12:31:28.180" v="261" actId="26606"/>
          <ac:spMkLst>
            <pc:docMk/>
            <pc:sldMk cId="937290667" sldId="258"/>
            <ac:spMk id="60" creationId="{757B325C-3E35-45CF-9D07-3BCB281F3B9C}"/>
          </ac:spMkLst>
        </pc:spChg>
        <pc:spChg chg="add del">
          <ac:chgData name="thomas thouvenin" userId="4fdab10e23d8eab5" providerId="LiveId" clId="{15B9DB7C-762A-45A6-B6CE-BF7368E026ED}" dt="2025-02-20T12:31:28.180" v="261" actId="26606"/>
          <ac:spMkLst>
            <pc:docMk/>
            <pc:sldMk cId="937290667" sldId="258"/>
            <ac:spMk id="62" creationId="{C24BEC42-AFF3-40D1-93A2-A27A42E1E23C}"/>
          </ac:spMkLst>
        </pc:spChg>
        <pc:spChg chg="add del">
          <ac:chgData name="thomas thouvenin" userId="4fdab10e23d8eab5" providerId="LiveId" clId="{15B9DB7C-762A-45A6-B6CE-BF7368E026ED}" dt="2025-02-20T12:31:28.180" v="261" actId="26606"/>
          <ac:spMkLst>
            <pc:docMk/>
            <pc:sldMk cId="937290667" sldId="258"/>
            <ac:spMk id="64" creationId="{608F427C-1EC9-4280-9367-F2B3AA063E82}"/>
          </ac:spMkLst>
        </pc:spChg>
        <pc:spChg chg="add del">
          <ac:chgData name="thomas thouvenin" userId="4fdab10e23d8eab5" providerId="LiveId" clId="{15B9DB7C-762A-45A6-B6CE-BF7368E026ED}" dt="2025-02-20T12:31:28.180" v="261" actId="26606"/>
          <ac:spMkLst>
            <pc:docMk/>
            <pc:sldMk cId="937290667" sldId="258"/>
            <ac:spMk id="66" creationId="{F98810A7-E114-447A-A7D6-69B27CFB5650}"/>
          </ac:spMkLst>
        </pc:spChg>
        <pc:spChg chg="add">
          <ac:chgData name="thomas thouvenin" userId="4fdab10e23d8eab5" providerId="LiveId" clId="{15B9DB7C-762A-45A6-B6CE-BF7368E026ED}" dt="2025-02-20T12:31:28.180" v="261" actId="26606"/>
          <ac:spMkLst>
            <pc:docMk/>
            <pc:sldMk cId="937290667" sldId="258"/>
            <ac:spMk id="75" creationId="{989BE678-777B-482A-A616-FEDC47B162E5}"/>
          </ac:spMkLst>
        </pc:spChg>
        <pc:spChg chg="add">
          <ac:chgData name="thomas thouvenin" userId="4fdab10e23d8eab5" providerId="LiveId" clId="{15B9DB7C-762A-45A6-B6CE-BF7368E026ED}" dt="2025-02-20T12:31:28.180" v="261" actId="26606"/>
          <ac:spMkLst>
            <pc:docMk/>
            <pc:sldMk cId="937290667" sldId="258"/>
            <ac:spMk id="81" creationId="{D28BE0C3-2102-4820-B88B-A448B1840D14}"/>
          </ac:spMkLst>
        </pc:spChg>
        <pc:picChg chg="mod">
          <ac:chgData name="thomas thouvenin" userId="4fdab10e23d8eab5" providerId="LiveId" clId="{15B9DB7C-762A-45A6-B6CE-BF7368E026ED}" dt="2025-02-06T15:09:50.676" v="1" actId="962"/>
          <ac:picMkLst>
            <pc:docMk/>
            <pc:sldMk cId="937290667" sldId="258"/>
            <ac:picMk id="5" creationId="{B980A0DB-B1DE-08D4-6B21-31EFAED0F068}"/>
          </ac:picMkLst>
        </pc:picChg>
        <pc:picChg chg="add del">
          <ac:chgData name="thomas thouvenin" userId="4fdab10e23d8eab5" providerId="LiveId" clId="{15B9DB7C-762A-45A6-B6CE-BF7368E026ED}" dt="2025-02-20T12:31:28.180" v="261" actId="26606"/>
          <ac:picMkLst>
            <pc:docMk/>
            <pc:sldMk cId="937290667" sldId="258"/>
            <ac:picMk id="48" creationId="{41B68C77-138E-4BF7-A276-BD0C78A4219F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937290667" sldId="258"/>
            <ac:picMk id="50" creationId="{7C268552-D473-46ED-B1B8-422042C4DEF1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937290667" sldId="258"/>
            <ac:picMk id="54" creationId="{B9238B3E-24AA-439A-B527-6C5DF6D72145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937290667" sldId="258"/>
            <ac:picMk id="56" creationId="{69F01145-BEA3-4CBF-AA21-10077B948CA8}"/>
          </ac:picMkLst>
        </pc:picChg>
      </pc:sldChg>
      <pc:sldChg chg="addSp delSp modSp mod setBg setClrOvrMap delDesignElem">
        <pc:chgData name="thomas thouvenin" userId="4fdab10e23d8eab5" providerId="LiveId" clId="{15B9DB7C-762A-45A6-B6CE-BF7368E026ED}" dt="2025-02-20T12:31:30.229" v="262" actId="26606"/>
        <pc:sldMkLst>
          <pc:docMk/>
          <pc:sldMk cId="3092424871" sldId="259"/>
        </pc:sldMkLst>
        <pc:spChg chg="mod">
          <ac:chgData name="thomas thouvenin" userId="4fdab10e23d8eab5" providerId="LiveId" clId="{15B9DB7C-762A-45A6-B6CE-BF7368E026ED}" dt="2025-02-20T12:31:30.229" v="262" actId="26606"/>
          <ac:spMkLst>
            <pc:docMk/>
            <pc:sldMk cId="3092424871" sldId="259"/>
            <ac:spMk id="2" creationId="{41EACD57-786B-A199-A342-6B482237BFE1}"/>
          </ac:spMkLst>
        </pc:spChg>
        <pc:spChg chg="add del">
          <ac:chgData name="thomas thouvenin" userId="4fdab10e23d8eab5" providerId="LiveId" clId="{15B9DB7C-762A-45A6-B6CE-BF7368E026ED}" dt="2025-02-20T12:31:30.229" v="262" actId="26606"/>
          <ac:spMkLst>
            <pc:docMk/>
            <pc:sldMk cId="3092424871" sldId="259"/>
            <ac:spMk id="16" creationId="{4AC0CD9D-7610-4620-93B4-798CCD9AB581}"/>
          </ac:spMkLst>
        </pc:spChg>
        <pc:spChg chg="add del">
          <ac:chgData name="thomas thouvenin" userId="4fdab10e23d8eab5" providerId="LiveId" clId="{15B9DB7C-762A-45A6-B6CE-BF7368E026ED}" dt="2025-02-20T12:31:30.229" v="262" actId="26606"/>
          <ac:spMkLst>
            <pc:docMk/>
            <pc:sldMk cId="3092424871" sldId="259"/>
            <ac:spMk id="22" creationId="{DE4D62F9-188E-4530-84C2-24BDEE4BEB82}"/>
          </ac:spMkLst>
        </pc:spChg>
        <pc:spChg chg="add del">
          <ac:chgData name="thomas thouvenin" userId="4fdab10e23d8eab5" providerId="LiveId" clId="{15B9DB7C-762A-45A6-B6CE-BF7368E026ED}" dt="2025-02-20T12:31:30.229" v="262" actId="26606"/>
          <ac:spMkLst>
            <pc:docMk/>
            <pc:sldMk cId="3092424871" sldId="259"/>
            <ac:spMk id="24" creationId="{757B325C-3E35-45CF-9D07-3BCB281F3B9C}"/>
          </ac:spMkLst>
        </pc:spChg>
        <pc:spChg chg="add del">
          <ac:chgData name="thomas thouvenin" userId="4fdab10e23d8eab5" providerId="LiveId" clId="{15B9DB7C-762A-45A6-B6CE-BF7368E026ED}" dt="2025-02-20T12:31:30.229" v="262" actId="26606"/>
          <ac:spMkLst>
            <pc:docMk/>
            <pc:sldMk cId="3092424871" sldId="259"/>
            <ac:spMk id="26" creationId="{C24BEC42-AFF3-40D1-93A2-A27A42E1E23C}"/>
          </ac:spMkLst>
        </pc:spChg>
        <pc:spChg chg="add del">
          <ac:chgData name="thomas thouvenin" userId="4fdab10e23d8eab5" providerId="LiveId" clId="{15B9DB7C-762A-45A6-B6CE-BF7368E026ED}" dt="2025-02-20T12:31:30.229" v="262" actId="26606"/>
          <ac:spMkLst>
            <pc:docMk/>
            <pc:sldMk cId="3092424871" sldId="259"/>
            <ac:spMk id="28" creationId="{608F427C-1EC9-4280-9367-F2B3AA063E82}"/>
          </ac:spMkLst>
        </pc:spChg>
        <pc:spChg chg="add del">
          <ac:chgData name="thomas thouvenin" userId="4fdab10e23d8eab5" providerId="LiveId" clId="{15B9DB7C-762A-45A6-B6CE-BF7368E026ED}" dt="2025-02-20T12:31:30.229" v="262" actId="26606"/>
          <ac:spMkLst>
            <pc:docMk/>
            <pc:sldMk cId="3092424871" sldId="259"/>
            <ac:spMk id="30" creationId="{F98810A7-E114-447A-A7D6-69B27CFB5650}"/>
          </ac:spMkLst>
        </pc:spChg>
        <pc:spChg chg="add">
          <ac:chgData name="thomas thouvenin" userId="4fdab10e23d8eab5" providerId="LiveId" clId="{15B9DB7C-762A-45A6-B6CE-BF7368E026ED}" dt="2025-02-20T12:31:30.229" v="262" actId="26606"/>
          <ac:spMkLst>
            <pc:docMk/>
            <pc:sldMk cId="3092424871" sldId="259"/>
            <ac:spMk id="39" creationId="{989BE678-777B-482A-A616-FEDC47B162E5}"/>
          </ac:spMkLst>
        </pc:spChg>
        <pc:spChg chg="add">
          <ac:chgData name="thomas thouvenin" userId="4fdab10e23d8eab5" providerId="LiveId" clId="{15B9DB7C-762A-45A6-B6CE-BF7368E026ED}" dt="2025-02-20T12:31:30.229" v="262" actId="26606"/>
          <ac:spMkLst>
            <pc:docMk/>
            <pc:sldMk cId="3092424871" sldId="259"/>
            <ac:spMk id="45" creationId="{D28BE0C3-2102-4820-B88B-A448B1840D14}"/>
          </ac:spMkLst>
        </pc:spChg>
        <pc:picChg chg="mod">
          <ac:chgData name="thomas thouvenin" userId="4fdab10e23d8eab5" providerId="LiveId" clId="{15B9DB7C-762A-45A6-B6CE-BF7368E026ED}" dt="2025-02-06T15:09:50.683" v="3" actId="962"/>
          <ac:picMkLst>
            <pc:docMk/>
            <pc:sldMk cId="3092424871" sldId="259"/>
            <ac:picMk id="7" creationId="{90BC2658-F30C-A22B-C464-8C768272A04D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3092424871" sldId="259"/>
            <ac:picMk id="12" creationId="{41B68C77-138E-4BF7-A276-BD0C78A4219F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3092424871" sldId="259"/>
            <ac:picMk id="14" creationId="{7C268552-D473-46ED-B1B8-422042C4DEF1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3092424871" sldId="259"/>
            <ac:picMk id="18" creationId="{B9238B3E-24AA-439A-B527-6C5DF6D72145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3092424871" sldId="259"/>
            <ac:picMk id="20" creationId="{69F01145-BEA3-4CBF-AA21-10077B948CA8}"/>
          </ac:picMkLst>
        </pc:picChg>
        <pc:picChg chg="add">
          <ac:chgData name="thomas thouvenin" userId="4fdab10e23d8eab5" providerId="LiveId" clId="{15B9DB7C-762A-45A6-B6CE-BF7368E026ED}" dt="2025-02-20T12:31:30.229" v="262" actId="26606"/>
          <ac:picMkLst>
            <pc:docMk/>
            <pc:sldMk cId="3092424871" sldId="259"/>
            <ac:picMk id="35" creationId="{DF19BAF3-7E20-4B9D-B544-BABAEEA1FA75}"/>
          </ac:picMkLst>
        </pc:picChg>
      </pc:sldChg>
      <pc:sldChg chg="addSp delSp modSp mod setBg setClrOvrMap delDesignElem">
        <pc:chgData name="thomas thouvenin" userId="4fdab10e23d8eab5" providerId="LiveId" clId="{15B9DB7C-762A-45A6-B6CE-BF7368E026ED}" dt="2025-02-20T12:31:26.150" v="260" actId="26606"/>
        <pc:sldMkLst>
          <pc:docMk/>
          <pc:sldMk cId="2545523393" sldId="260"/>
        </pc:sldMkLst>
        <pc:spChg chg="mod">
          <ac:chgData name="thomas thouvenin" userId="4fdab10e23d8eab5" providerId="LiveId" clId="{15B9DB7C-762A-45A6-B6CE-BF7368E026ED}" dt="2025-02-20T12:31:26.150" v="260" actId="26606"/>
          <ac:spMkLst>
            <pc:docMk/>
            <pc:sldMk cId="2545523393" sldId="260"/>
            <ac:spMk id="2" creationId="{764700D6-58BA-3C14-FE97-F568EEF01DC3}"/>
          </ac:spMkLst>
        </pc:spChg>
        <pc:spChg chg="add del">
          <ac:chgData name="thomas thouvenin" userId="4fdab10e23d8eab5" providerId="LiveId" clId="{15B9DB7C-762A-45A6-B6CE-BF7368E026ED}" dt="2025-02-20T12:31:26.150" v="260" actId="26606"/>
          <ac:spMkLst>
            <pc:docMk/>
            <pc:sldMk cId="2545523393" sldId="260"/>
            <ac:spMk id="14" creationId="{4AC0CD9D-7610-4620-93B4-798CCD9AB581}"/>
          </ac:spMkLst>
        </pc:spChg>
        <pc:spChg chg="add del">
          <ac:chgData name="thomas thouvenin" userId="4fdab10e23d8eab5" providerId="LiveId" clId="{15B9DB7C-762A-45A6-B6CE-BF7368E026ED}" dt="2025-02-20T12:31:26.150" v="260" actId="26606"/>
          <ac:spMkLst>
            <pc:docMk/>
            <pc:sldMk cId="2545523393" sldId="260"/>
            <ac:spMk id="20" creationId="{DE4D62F9-188E-4530-84C2-24BDEE4BEB82}"/>
          </ac:spMkLst>
        </pc:spChg>
        <pc:spChg chg="add del">
          <ac:chgData name="thomas thouvenin" userId="4fdab10e23d8eab5" providerId="LiveId" clId="{15B9DB7C-762A-45A6-B6CE-BF7368E026ED}" dt="2025-02-20T12:31:26.150" v="260" actId="26606"/>
          <ac:spMkLst>
            <pc:docMk/>
            <pc:sldMk cId="2545523393" sldId="260"/>
            <ac:spMk id="22" creationId="{757B325C-3E35-45CF-9D07-3BCB281F3B9C}"/>
          </ac:spMkLst>
        </pc:spChg>
        <pc:spChg chg="add del">
          <ac:chgData name="thomas thouvenin" userId="4fdab10e23d8eab5" providerId="LiveId" clId="{15B9DB7C-762A-45A6-B6CE-BF7368E026ED}" dt="2025-02-20T12:31:26.150" v="260" actId="26606"/>
          <ac:spMkLst>
            <pc:docMk/>
            <pc:sldMk cId="2545523393" sldId="260"/>
            <ac:spMk id="24" creationId="{C24BEC42-AFF3-40D1-93A2-A27A42E1E23C}"/>
          </ac:spMkLst>
        </pc:spChg>
        <pc:spChg chg="add del">
          <ac:chgData name="thomas thouvenin" userId="4fdab10e23d8eab5" providerId="LiveId" clId="{15B9DB7C-762A-45A6-B6CE-BF7368E026ED}" dt="2025-02-20T12:31:26.150" v="260" actId="26606"/>
          <ac:spMkLst>
            <pc:docMk/>
            <pc:sldMk cId="2545523393" sldId="260"/>
            <ac:spMk id="26" creationId="{608F427C-1EC9-4280-9367-F2B3AA063E82}"/>
          </ac:spMkLst>
        </pc:spChg>
        <pc:spChg chg="add del">
          <ac:chgData name="thomas thouvenin" userId="4fdab10e23d8eab5" providerId="LiveId" clId="{15B9DB7C-762A-45A6-B6CE-BF7368E026ED}" dt="2025-02-20T12:31:26.150" v="260" actId="26606"/>
          <ac:spMkLst>
            <pc:docMk/>
            <pc:sldMk cId="2545523393" sldId="260"/>
            <ac:spMk id="28" creationId="{F98810A7-E114-447A-A7D6-69B27CFB5650}"/>
          </ac:spMkLst>
        </pc:spChg>
        <pc:spChg chg="add">
          <ac:chgData name="thomas thouvenin" userId="4fdab10e23d8eab5" providerId="LiveId" clId="{15B9DB7C-762A-45A6-B6CE-BF7368E026ED}" dt="2025-02-20T12:31:26.150" v="260" actId="26606"/>
          <ac:spMkLst>
            <pc:docMk/>
            <pc:sldMk cId="2545523393" sldId="260"/>
            <ac:spMk id="37" creationId="{989BE678-777B-482A-A616-FEDC47B162E5}"/>
          </ac:spMkLst>
        </pc:spChg>
        <pc:spChg chg="add">
          <ac:chgData name="thomas thouvenin" userId="4fdab10e23d8eab5" providerId="LiveId" clId="{15B9DB7C-762A-45A6-B6CE-BF7368E026ED}" dt="2025-02-20T12:31:26.150" v="260" actId="26606"/>
          <ac:spMkLst>
            <pc:docMk/>
            <pc:sldMk cId="2545523393" sldId="260"/>
            <ac:spMk id="43" creationId="{D28BE0C3-2102-4820-B88B-A448B1840D14}"/>
          </ac:spMkLst>
        </pc:sp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2545523393" sldId="260"/>
            <ac:picMk id="10" creationId="{41B68C77-138E-4BF7-A276-BD0C78A4219F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2545523393" sldId="260"/>
            <ac:picMk id="12" creationId="{7C268552-D473-46ED-B1B8-422042C4DEF1}"/>
          </ac:picMkLst>
        </pc:picChg>
        <pc:picChg chg="add del">
          <ac:chgData name="thomas thouvenin" userId="4fdab10e23d8eab5" providerId="LiveId" clId="{15B9DB7C-762A-45A6-B6CE-BF7368E026ED}" dt="2025-02-20T12:31:26.150" v="260" actId="26606"/>
          <ac:picMkLst>
            <pc:docMk/>
            <pc:sldMk cId="2545523393" sldId="260"/>
            <ac:picMk id="16" creationId="{B9238B3E-24AA-439A-B527-6C5DF6D72145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2545523393" sldId="260"/>
            <ac:picMk id="18" creationId="{69F01145-BEA3-4CBF-AA21-10077B948CA8}"/>
          </ac:picMkLst>
        </pc:picChg>
      </pc:sldChg>
      <pc:sldChg chg="addSp delSp modSp mod setBg setClrOvrMap delDesignElem">
        <pc:chgData name="thomas thouvenin" userId="4fdab10e23d8eab5" providerId="LiveId" clId="{15B9DB7C-762A-45A6-B6CE-BF7368E026ED}" dt="2025-02-20T12:31:23.562" v="259" actId="26606"/>
        <pc:sldMkLst>
          <pc:docMk/>
          <pc:sldMk cId="3831168751" sldId="262"/>
        </pc:sldMkLst>
        <pc:spChg chg="mod">
          <ac:chgData name="thomas thouvenin" userId="4fdab10e23d8eab5" providerId="LiveId" clId="{15B9DB7C-762A-45A6-B6CE-BF7368E026ED}" dt="2025-02-20T12:31:23.562" v="259" actId="26606"/>
          <ac:spMkLst>
            <pc:docMk/>
            <pc:sldMk cId="3831168751" sldId="262"/>
            <ac:spMk id="2" creationId="{A4EB9A46-673E-857F-5DB0-FA6D2717E16C}"/>
          </ac:spMkLst>
        </pc:spChg>
        <pc:spChg chg="add del">
          <ac:chgData name="thomas thouvenin" userId="4fdab10e23d8eab5" providerId="LiveId" clId="{15B9DB7C-762A-45A6-B6CE-BF7368E026ED}" dt="2025-02-20T12:31:23.562" v="259" actId="26606"/>
          <ac:spMkLst>
            <pc:docMk/>
            <pc:sldMk cId="3831168751" sldId="262"/>
            <ac:spMk id="18" creationId="{4AC0CD9D-7610-4620-93B4-798CCD9AB581}"/>
          </ac:spMkLst>
        </pc:spChg>
        <pc:spChg chg="add del">
          <ac:chgData name="thomas thouvenin" userId="4fdab10e23d8eab5" providerId="LiveId" clId="{15B9DB7C-762A-45A6-B6CE-BF7368E026ED}" dt="2025-02-20T12:31:23.562" v="259" actId="26606"/>
          <ac:spMkLst>
            <pc:docMk/>
            <pc:sldMk cId="3831168751" sldId="262"/>
            <ac:spMk id="24" creationId="{DE4D62F9-188E-4530-84C2-24BDEE4BEB82}"/>
          </ac:spMkLst>
        </pc:spChg>
        <pc:spChg chg="add del">
          <ac:chgData name="thomas thouvenin" userId="4fdab10e23d8eab5" providerId="LiveId" clId="{15B9DB7C-762A-45A6-B6CE-BF7368E026ED}" dt="2025-02-20T12:31:23.562" v="259" actId="26606"/>
          <ac:spMkLst>
            <pc:docMk/>
            <pc:sldMk cId="3831168751" sldId="262"/>
            <ac:spMk id="26" creationId="{757B325C-3E35-45CF-9D07-3BCB281F3B9C}"/>
          </ac:spMkLst>
        </pc:spChg>
        <pc:spChg chg="add del">
          <ac:chgData name="thomas thouvenin" userId="4fdab10e23d8eab5" providerId="LiveId" clId="{15B9DB7C-762A-45A6-B6CE-BF7368E026ED}" dt="2025-02-20T12:31:23.562" v="259" actId="26606"/>
          <ac:spMkLst>
            <pc:docMk/>
            <pc:sldMk cId="3831168751" sldId="262"/>
            <ac:spMk id="28" creationId="{C24BEC42-AFF3-40D1-93A2-A27A42E1E23C}"/>
          </ac:spMkLst>
        </pc:spChg>
        <pc:spChg chg="add del">
          <ac:chgData name="thomas thouvenin" userId="4fdab10e23d8eab5" providerId="LiveId" clId="{15B9DB7C-762A-45A6-B6CE-BF7368E026ED}" dt="2025-02-20T12:31:23.562" v="259" actId="26606"/>
          <ac:spMkLst>
            <pc:docMk/>
            <pc:sldMk cId="3831168751" sldId="262"/>
            <ac:spMk id="30" creationId="{608F427C-1EC9-4280-9367-F2B3AA063E82}"/>
          </ac:spMkLst>
        </pc:spChg>
        <pc:spChg chg="add del">
          <ac:chgData name="thomas thouvenin" userId="4fdab10e23d8eab5" providerId="LiveId" clId="{15B9DB7C-762A-45A6-B6CE-BF7368E026ED}" dt="2025-02-20T12:31:23.562" v="259" actId="26606"/>
          <ac:spMkLst>
            <pc:docMk/>
            <pc:sldMk cId="3831168751" sldId="262"/>
            <ac:spMk id="32" creationId="{F98810A7-E114-447A-A7D6-69B27CFB5650}"/>
          </ac:spMkLst>
        </pc:spChg>
        <pc:spChg chg="add">
          <ac:chgData name="thomas thouvenin" userId="4fdab10e23d8eab5" providerId="LiveId" clId="{15B9DB7C-762A-45A6-B6CE-BF7368E026ED}" dt="2025-02-20T12:31:23.562" v="259" actId="26606"/>
          <ac:spMkLst>
            <pc:docMk/>
            <pc:sldMk cId="3831168751" sldId="262"/>
            <ac:spMk id="41" creationId="{989BE678-777B-482A-A616-FEDC47B162E5}"/>
          </ac:spMkLst>
        </pc:spChg>
        <pc:spChg chg="add">
          <ac:chgData name="thomas thouvenin" userId="4fdab10e23d8eab5" providerId="LiveId" clId="{15B9DB7C-762A-45A6-B6CE-BF7368E026ED}" dt="2025-02-20T12:31:23.562" v="259" actId="26606"/>
          <ac:spMkLst>
            <pc:docMk/>
            <pc:sldMk cId="3831168751" sldId="262"/>
            <ac:spMk id="47" creationId="{D28BE0C3-2102-4820-B88B-A448B1840D14}"/>
          </ac:spMkLst>
        </pc:spChg>
        <pc:picChg chg="mod">
          <ac:chgData name="thomas thouvenin" userId="4fdab10e23d8eab5" providerId="LiveId" clId="{15B9DB7C-762A-45A6-B6CE-BF7368E026ED}" dt="2025-02-06T15:09:50.683" v="5" actId="962"/>
          <ac:picMkLst>
            <pc:docMk/>
            <pc:sldMk cId="3831168751" sldId="262"/>
            <ac:picMk id="9" creationId="{48CDBB1A-80E3-6426-834D-87837441C4F1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3831168751" sldId="262"/>
            <ac:picMk id="14" creationId="{41B68C77-138E-4BF7-A276-BD0C78A4219F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3831168751" sldId="262"/>
            <ac:picMk id="16" creationId="{7C268552-D473-46ED-B1B8-422042C4DEF1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3831168751" sldId="262"/>
            <ac:picMk id="20" creationId="{B9238B3E-24AA-439A-B527-6C5DF6D72145}"/>
          </ac:picMkLst>
        </pc:picChg>
        <pc:picChg chg="add del">
          <ac:chgData name="thomas thouvenin" userId="4fdab10e23d8eab5" providerId="LiveId" clId="{15B9DB7C-762A-45A6-B6CE-BF7368E026ED}" dt="2025-02-20T12:31:23.562" v="259" actId="26606"/>
          <ac:picMkLst>
            <pc:docMk/>
            <pc:sldMk cId="3831168751" sldId="262"/>
            <ac:picMk id="22" creationId="{69F01145-BEA3-4CBF-AA21-10077B948CA8}"/>
          </ac:picMkLst>
        </pc:picChg>
      </pc:sldChg>
      <pc:sldChg chg="addSp delSp modSp mod setBg addAnim setClrOvrMap delDesignElem">
        <pc:chgData name="thomas thouvenin" userId="4fdab10e23d8eab5" providerId="LiveId" clId="{15B9DB7C-762A-45A6-B6CE-BF7368E026ED}" dt="2025-02-20T12:31:19.302" v="258"/>
        <pc:sldMkLst>
          <pc:docMk/>
          <pc:sldMk cId="613648370" sldId="263"/>
        </pc:sldMkLst>
        <pc:spChg chg="mod">
          <ac:chgData name="thomas thouvenin" userId="4fdab10e23d8eab5" providerId="LiveId" clId="{15B9DB7C-762A-45A6-B6CE-BF7368E026ED}" dt="2025-02-20T12:31:19.302" v="257" actId="26606"/>
          <ac:spMkLst>
            <pc:docMk/>
            <pc:sldMk cId="613648370" sldId="263"/>
            <ac:spMk id="2" creationId="{7DDDE15C-083C-4AF2-2EF5-D9CD6604684E}"/>
          </ac:spMkLst>
        </pc:spChg>
        <pc:spChg chg="add del">
          <ac:chgData name="thomas thouvenin" userId="4fdab10e23d8eab5" providerId="LiveId" clId="{15B9DB7C-762A-45A6-B6CE-BF7368E026ED}" dt="2025-02-20T12:31:19.302" v="257" actId="26606"/>
          <ac:spMkLst>
            <pc:docMk/>
            <pc:sldMk cId="613648370" sldId="263"/>
            <ac:spMk id="10" creationId="{F3F4807A-5068-4492-8025-D75F320E908D}"/>
          </ac:spMkLst>
        </pc:spChg>
        <pc:spChg chg="add del">
          <ac:chgData name="thomas thouvenin" userId="4fdab10e23d8eab5" providerId="LiveId" clId="{15B9DB7C-762A-45A6-B6CE-BF7368E026ED}" dt="2025-02-20T12:31:19.302" v="257" actId="26606"/>
          <ac:spMkLst>
            <pc:docMk/>
            <pc:sldMk cId="613648370" sldId="263"/>
            <ac:spMk id="12" creationId="{B24996F8-180C-4DCB-8A26-DFA336CDEFBC}"/>
          </ac:spMkLst>
        </pc:spChg>
        <pc:spChg chg="add del">
          <ac:chgData name="thomas thouvenin" userId="4fdab10e23d8eab5" providerId="LiveId" clId="{15B9DB7C-762A-45A6-B6CE-BF7368E026ED}" dt="2025-02-20T12:31:19.302" v="257" actId="26606"/>
          <ac:spMkLst>
            <pc:docMk/>
            <pc:sldMk cId="613648370" sldId="263"/>
            <ac:spMk id="14" creationId="{D8B22DE2-C518-4F77-BE90-E1B6B1909D91}"/>
          </ac:spMkLst>
        </pc:spChg>
        <pc:spChg chg="add del">
          <ac:chgData name="thomas thouvenin" userId="4fdab10e23d8eab5" providerId="LiveId" clId="{15B9DB7C-762A-45A6-B6CE-BF7368E026ED}" dt="2025-02-20T12:31:19.302" v="257" actId="26606"/>
          <ac:spMkLst>
            <pc:docMk/>
            <pc:sldMk cId="613648370" sldId="263"/>
            <ac:spMk id="16" creationId="{630182B0-3559-41D5-9EBC-0BD86BEDAD09}"/>
          </ac:spMkLst>
        </pc:spChg>
        <pc:picChg chg="mod">
          <ac:chgData name="thomas thouvenin" userId="4fdab10e23d8eab5" providerId="LiveId" clId="{15B9DB7C-762A-45A6-B6CE-BF7368E026ED}" dt="2025-02-20T12:31:19.302" v="257" actId="26606"/>
          <ac:picMkLst>
            <pc:docMk/>
            <pc:sldMk cId="613648370" sldId="263"/>
            <ac:picMk id="5" creationId="{AF7F2310-BCDD-72D5-A0DA-2A8F875DA500}"/>
          </ac:picMkLst>
        </pc:picChg>
      </pc:sldChg>
      <pc:sldChg chg="modSp mod">
        <pc:chgData name="thomas thouvenin" userId="4fdab10e23d8eab5" providerId="LiveId" clId="{15B9DB7C-762A-45A6-B6CE-BF7368E026ED}" dt="2025-02-20T12:32:33.798" v="301" actId="5793"/>
        <pc:sldMkLst>
          <pc:docMk/>
          <pc:sldMk cId="3125972794" sldId="264"/>
        </pc:sldMkLst>
        <pc:spChg chg="mod">
          <ac:chgData name="thomas thouvenin" userId="4fdab10e23d8eab5" providerId="LiveId" clId="{15B9DB7C-762A-45A6-B6CE-BF7368E026ED}" dt="2025-02-20T12:30:05.109" v="231"/>
          <ac:spMkLst>
            <pc:docMk/>
            <pc:sldMk cId="3125972794" sldId="264"/>
            <ac:spMk id="2" creationId="{A28E3E3B-99D0-EF98-439D-94104E0CE381}"/>
          </ac:spMkLst>
        </pc:spChg>
        <pc:spChg chg="mod">
          <ac:chgData name="thomas thouvenin" userId="4fdab10e23d8eab5" providerId="LiveId" clId="{15B9DB7C-762A-45A6-B6CE-BF7368E026ED}" dt="2025-02-20T12:32:33.798" v="301" actId="5793"/>
          <ac:spMkLst>
            <pc:docMk/>
            <pc:sldMk cId="3125972794" sldId="264"/>
            <ac:spMk id="3" creationId="{A46BDC78-003B-8F16-9F24-2CF99CF7D549}"/>
          </ac:spMkLst>
        </pc:spChg>
      </pc:sldChg>
      <pc:sldChg chg="modSp mod">
        <pc:chgData name="thomas thouvenin" userId="4fdab10e23d8eab5" providerId="LiveId" clId="{15B9DB7C-762A-45A6-B6CE-BF7368E026ED}" dt="2025-02-20T12:30:05.109" v="231"/>
        <pc:sldMkLst>
          <pc:docMk/>
          <pc:sldMk cId="3680735116" sldId="265"/>
        </pc:sldMkLst>
        <pc:spChg chg="mod">
          <ac:chgData name="thomas thouvenin" userId="4fdab10e23d8eab5" providerId="LiveId" clId="{15B9DB7C-762A-45A6-B6CE-BF7368E026ED}" dt="2025-02-20T12:30:05.109" v="231"/>
          <ac:spMkLst>
            <pc:docMk/>
            <pc:sldMk cId="3680735116" sldId="265"/>
            <ac:spMk id="2" creationId="{861CB01F-6F97-73DC-EBED-1480513BFE1E}"/>
          </ac:spMkLst>
        </pc:spChg>
        <pc:spChg chg="mod">
          <ac:chgData name="thomas thouvenin" userId="4fdab10e23d8eab5" providerId="LiveId" clId="{15B9DB7C-762A-45A6-B6CE-BF7368E026ED}" dt="2025-02-20T12:30:05.109" v="231"/>
          <ac:spMkLst>
            <pc:docMk/>
            <pc:sldMk cId="3680735116" sldId="265"/>
            <ac:spMk id="3" creationId="{3FE728B5-E066-89A1-9F5E-43B90BF4AB72}"/>
          </ac:spMkLst>
        </pc:spChg>
      </pc:sldChg>
      <pc:sldChg chg="addSp delSp modSp mod setBg setClrOvrMap">
        <pc:chgData name="thomas thouvenin" userId="4fdab10e23d8eab5" providerId="LiveId" clId="{15B9DB7C-762A-45A6-B6CE-BF7368E026ED}" dt="2025-02-20T12:31:12.323" v="256" actId="26606"/>
        <pc:sldMkLst>
          <pc:docMk/>
          <pc:sldMk cId="3689341035" sldId="266"/>
        </pc:sldMkLst>
        <pc:spChg chg="mod">
          <ac:chgData name="thomas thouvenin" userId="4fdab10e23d8eab5" providerId="LiveId" clId="{15B9DB7C-762A-45A6-B6CE-BF7368E026ED}" dt="2025-02-20T12:31:12.323" v="256" actId="26606"/>
          <ac:spMkLst>
            <pc:docMk/>
            <pc:sldMk cId="3689341035" sldId="266"/>
            <ac:spMk id="2" creationId="{78CCC932-49F6-69AE-98C8-BC3CBC33A0D6}"/>
          </ac:spMkLst>
        </pc:spChg>
        <pc:spChg chg="add del">
          <ac:chgData name="thomas thouvenin" userId="4fdab10e23d8eab5" providerId="LiveId" clId="{15B9DB7C-762A-45A6-B6CE-BF7368E026ED}" dt="2025-02-20T12:30:13.097" v="234" actId="26606"/>
          <ac:spMkLst>
            <pc:docMk/>
            <pc:sldMk cId="3689341035" sldId="266"/>
            <ac:spMk id="9" creationId="{47AEA421-5F29-4BA7-9360-2501B5987921}"/>
          </ac:spMkLst>
        </pc:spChg>
        <pc:spChg chg="add del">
          <ac:chgData name="thomas thouvenin" userId="4fdab10e23d8eab5" providerId="LiveId" clId="{15B9DB7C-762A-45A6-B6CE-BF7368E026ED}" dt="2025-02-20T12:30:13.097" v="234" actId="26606"/>
          <ac:spMkLst>
            <pc:docMk/>
            <pc:sldMk cId="3689341035" sldId="266"/>
            <ac:spMk id="11" creationId="{9348F0CB-4904-4DEF-BDD4-ADEC2DCCCBD7}"/>
          </ac:spMkLst>
        </pc:spChg>
        <pc:spChg chg="add del">
          <ac:chgData name="thomas thouvenin" userId="4fdab10e23d8eab5" providerId="LiveId" clId="{15B9DB7C-762A-45A6-B6CE-BF7368E026ED}" dt="2025-02-20T12:30:13.097" v="234" actId="26606"/>
          <ac:spMkLst>
            <pc:docMk/>
            <pc:sldMk cId="3689341035" sldId="266"/>
            <ac:spMk id="13" creationId="{1583E1B8-79B3-49BB-8704-58E4AB1AF213}"/>
          </ac:spMkLst>
        </pc:spChg>
        <pc:spChg chg="add del">
          <ac:chgData name="thomas thouvenin" userId="4fdab10e23d8eab5" providerId="LiveId" clId="{15B9DB7C-762A-45A6-B6CE-BF7368E026ED}" dt="2025-02-20T12:30:13.097" v="234" actId="26606"/>
          <ac:spMkLst>
            <pc:docMk/>
            <pc:sldMk cId="3689341035" sldId="266"/>
            <ac:spMk id="15" creationId="{7BB34D5F-2B87-438E-8236-69C6068D47A4}"/>
          </ac:spMkLst>
        </pc:spChg>
        <pc:spChg chg="add del">
          <ac:chgData name="thomas thouvenin" userId="4fdab10e23d8eab5" providerId="LiveId" clId="{15B9DB7C-762A-45A6-B6CE-BF7368E026ED}" dt="2025-02-20T12:31:12.323" v="256" actId="26606"/>
          <ac:spMkLst>
            <pc:docMk/>
            <pc:sldMk cId="3689341035" sldId="266"/>
            <ac:spMk id="44" creationId="{BDC58DEA-1307-4F44-AD47-E613D8B76A89}"/>
          </ac:spMkLst>
        </pc:spChg>
        <pc:spChg chg="add del">
          <ac:chgData name="thomas thouvenin" userId="4fdab10e23d8eab5" providerId="LiveId" clId="{15B9DB7C-762A-45A6-B6CE-BF7368E026ED}" dt="2025-02-20T12:31:12.323" v="256" actId="26606"/>
          <ac:spMkLst>
            <pc:docMk/>
            <pc:sldMk cId="3689341035" sldId="266"/>
            <ac:spMk id="46" creationId="{C99B912D-1E4B-42AF-A2BE-CFEFEC916EE7}"/>
          </ac:spMkLst>
        </pc:spChg>
        <pc:spChg chg="add del">
          <ac:chgData name="thomas thouvenin" userId="4fdab10e23d8eab5" providerId="LiveId" clId="{15B9DB7C-762A-45A6-B6CE-BF7368E026ED}" dt="2025-02-20T12:31:12.323" v="256" actId="26606"/>
          <ac:spMkLst>
            <pc:docMk/>
            <pc:sldMk cId="3689341035" sldId="266"/>
            <ac:spMk id="51" creationId="{4E78424C-6FD0-41F8-9CAA-5DC19C42359F}"/>
          </ac:spMkLst>
        </pc:spChg>
        <pc:spChg chg="add del">
          <ac:chgData name="thomas thouvenin" userId="4fdab10e23d8eab5" providerId="LiveId" clId="{15B9DB7C-762A-45A6-B6CE-BF7368E026ED}" dt="2025-02-20T12:31:12.323" v="256" actId="26606"/>
          <ac:spMkLst>
            <pc:docMk/>
            <pc:sldMk cId="3689341035" sldId="266"/>
            <ac:spMk id="52" creationId="{DD136760-57DC-4301-8BEA-B71AD2D13905}"/>
          </ac:spMkLst>
        </pc:spChg>
        <pc:spChg chg="add del">
          <ac:chgData name="thomas thouvenin" userId="4fdab10e23d8eab5" providerId="LiveId" clId="{15B9DB7C-762A-45A6-B6CE-BF7368E026ED}" dt="2025-02-20T12:30:13.743" v="236" actId="26606"/>
          <ac:spMkLst>
            <pc:docMk/>
            <pc:sldMk cId="3689341035" sldId="266"/>
            <ac:spMk id="54" creationId="{4E78424C-6FD0-41F8-9CAA-5DC19C42359F}"/>
          </ac:spMkLst>
        </pc:spChg>
        <pc:spChg chg="add del">
          <ac:chgData name="thomas thouvenin" userId="4fdab10e23d8eab5" providerId="LiveId" clId="{15B9DB7C-762A-45A6-B6CE-BF7368E026ED}" dt="2025-02-20T12:30:13.743" v="236" actId="26606"/>
          <ac:spMkLst>
            <pc:docMk/>
            <pc:sldMk cId="3689341035" sldId="266"/>
            <ac:spMk id="55" creationId="{DD136760-57DC-4301-8BEA-B71AD2D13905}"/>
          </ac:spMkLst>
        </pc:spChg>
        <pc:spChg chg="add del">
          <ac:chgData name="thomas thouvenin" userId="4fdab10e23d8eab5" providerId="LiveId" clId="{15B9DB7C-762A-45A6-B6CE-BF7368E026ED}" dt="2025-02-20T12:30:13.743" v="236" actId="26606"/>
          <ac:spMkLst>
            <pc:docMk/>
            <pc:sldMk cId="3689341035" sldId="266"/>
            <ac:spMk id="56" creationId="{BDC58DEA-1307-4F44-AD47-E613D8B76A89}"/>
          </ac:spMkLst>
        </pc:spChg>
        <pc:spChg chg="add del">
          <ac:chgData name="thomas thouvenin" userId="4fdab10e23d8eab5" providerId="LiveId" clId="{15B9DB7C-762A-45A6-B6CE-BF7368E026ED}" dt="2025-02-20T12:30:13.743" v="236" actId="26606"/>
          <ac:spMkLst>
            <pc:docMk/>
            <pc:sldMk cId="3689341035" sldId="266"/>
            <ac:spMk id="57" creationId="{C99B912D-1E4B-42AF-A2BE-CFEFEC916EE7}"/>
          </ac:spMkLst>
        </pc:spChg>
        <pc:spChg chg="add">
          <ac:chgData name="thomas thouvenin" userId="4fdab10e23d8eab5" providerId="LiveId" clId="{15B9DB7C-762A-45A6-B6CE-BF7368E026ED}" dt="2025-02-20T12:31:12.323" v="256" actId="26606"/>
          <ac:spMkLst>
            <pc:docMk/>
            <pc:sldMk cId="3689341035" sldId="266"/>
            <ac:spMk id="58" creationId="{ABE6F9A3-300E-47F5-B41C-C8C5E758DE7C}"/>
          </ac:spMkLst>
        </pc:spChg>
        <pc:spChg chg="add del">
          <ac:chgData name="thomas thouvenin" userId="4fdab10e23d8eab5" providerId="LiveId" clId="{15B9DB7C-762A-45A6-B6CE-BF7368E026ED}" dt="2025-02-20T12:30:27.146" v="240" actId="26606"/>
          <ac:spMkLst>
            <pc:docMk/>
            <pc:sldMk cId="3689341035" sldId="266"/>
            <ac:spMk id="59" creationId="{47AEA421-5F29-4BA7-9360-2501B5987921}"/>
          </ac:spMkLst>
        </pc:spChg>
        <pc:spChg chg="add del">
          <ac:chgData name="thomas thouvenin" userId="4fdab10e23d8eab5" providerId="LiveId" clId="{15B9DB7C-762A-45A6-B6CE-BF7368E026ED}" dt="2025-02-20T12:30:27.146" v="240" actId="26606"/>
          <ac:spMkLst>
            <pc:docMk/>
            <pc:sldMk cId="3689341035" sldId="266"/>
            <ac:spMk id="60" creationId="{9348F0CB-4904-4DEF-BDD4-ADEC2DCCCBD7}"/>
          </ac:spMkLst>
        </pc:spChg>
        <pc:spChg chg="add del">
          <ac:chgData name="thomas thouvenin" userId="4fdab10e23d8eab5" providerId="LiveId" clId="{15B9DB7C-762A-45A6-B6CE-BF7368E026ED}" dt="2025-02-20T12:30:27.146" v="240" actId="26606"/>
          <ac:spMkLst>
            <pc:docMk/>
            <pc:sldMk cId="3689341035" sldId="266"/>
            <ac:spMk id="61" creationId="{1583E1B8-79B3-49BB-8704-58E4AB1AF213}"/>
          </ac:spMkLst>
        </pc:spChg>
        <pc:spChg chg="add del">
          <ac:chgData name="thomas thouvenin" userId="4fdab10e23d8eab5" providerId="LiveId" clId="{15B9DB7C-762A-45A6-B6CE-BF7368E026ED}" dt="2025-02-20T12:30:27.146" v="240" actId="26606"/>
          <ac:spMkLst>
            <pc:docMk/>
            <pc:sldMk cId="3689341035" sldId="266"/>
            <ac:spMk id="62" creationId="{7BB34D5F-2B87-438E-8236-69C6068D47A4}"/>
          </ac:spMkLst>
        </pc:spChg>
        <pc:spChg chg="add">
          <ac:chgData name="thomas thouvenin" userId="4fdab10e23d8eab5" providerId="LiveId" clId="{15B9DB7C-762A-45A6-B6CE-BF7368E026ED}" dt="2025-02-20T12:31:12.323" v="256" actId="26606"/>
          <ac:spMkLst>
            <pc:docMk/>
            <pc:sldMk cId="3689341035" sldId="266"/>
            <ac:spMk id="63" creationId="{92CF3C3E-0F7B-4F0C-8EBD-BDD38E9C66F5}"/>
          </ac:spMkLst>
        </pc:spChg>
        <pc:spChg chg="add">
          <ac:chgData name="thomas thouvenin" userId="4fdab10e23d8eab5" providerId="LiveId" clId="{15B9DB7C-762A-45A6-B6CE-BF7368E026ED}" dt="2025-02-20T12:31:12.323" v="256" actId="26606"/>
          <ac:spMkLst>
            <pc:docMk/>
            <pc:sldMk cId="3689341035" sldId="266"/>
            <ac:spMk id="64" creationId="{61B4701B-39FE-43B8-86AA-D6B8789C2207}"/>
          </ac:spMkLst>
        </pc:spChg>
        <pc:spChg chg="add">
          <ac:chgData name="thomas thouvenin" userId="4fdab10e23d8eab5" providerId="LiveId" clId="{15B9DB7C-762A-45A6-B6CE-BF7368E026ED}" dt="2025-02-20T12:31:12.323" v="256" actId="26606"/>
          <ac:spMkLst>
            <pc:docMk/>
            <pc:sldMk cId="3689341035" sldId="266"/>
            <ac:spMk id="65" creationId="{E9A7EF13-49FA-4355-971A-34B065F35022}"/>
          </ac:spMkLst>
        </pc:spChg>
        <pc:spChg chg="add del">
          <ac:chgData name="thomas thouvenin" userId="4fdab10e23d8eab5" providerId="LiveId" clId="{15B9DB7C-762A-45A6-B6CE-BF7368E026ED}" dt="2025-02-20T12:30:26.797" v="239" actId="26606"/>
          <ac:spMkLst>
            <pc:docMk/>
            <pc:sldMk cId="3689341035" sldId="266"/>
            <ac:spMk id="67" creationId="{B5541CD5-D7AC-4686-8783-CF5D1D4FC266}"/>
          </ac:spMkLst>
        </pc:spChg>
        <pc:spChg chg="add del">
          <ac:chgData name="thomas thouvenin" userId="4fdab10e23d8eab5" providerId="LiveId" clId="{15B9DB7C-762A-45A6-B6CE-BF7368E026ED}" dt="2025-02-20T12:30:26.797" v="239" actId="26606"/>
          <ac:spMkLst>
            <pc:docMk/>
            <pc:sldMk cId="3689341035" sldId="266"/>
            <ac:spMk id="71" creationId="{904D0A95-DEAA-4B8D-A340-BEC3A5DBCDDB}"/>
          </ac:spMkLst>
        </pc:spChg>
        <pc:graphicFrameChg chg="add mod">
          <ac:chgData name="thomas thouvenin" userId="4fdab10e23d8eab5" providerId="LiveId" clId="{15B9DB7C-762A-45A6-B6CE-BF7368E026ED}" dt="2025-02-20T12:31:12.323" v="256" actId="26606"/>
          <ac:graphicFrameMkLst>
            <pc:docMk/>
            <pc:sldMk cId="3689341035" sldId="266"/>
            <ac:graphicFrameMk id="4" creationId="{92EC4657-450A-B16C-8272-CB6B80263DF2}"/>
          </ac:graphicFrameMkLst>
        </pc:graphicFrameChg>
      </pc:sldChg>
      <pc:sldChg chg="addSp delSp modSp mod delDesignElem">
        <pc:chgData name="thomas thouvenin" userId="4fdab10e23d8eab5" providerId="LiveId" clId="{15B9DB7C-762A-45A6-B6CE-BF7368E026ED}" dt="2025-02-20T12:31:01.981" v="254" actId="26606"/>
        <pc:sldMkLst>
          <pc:docMk/>
          <pc:sldMk cId="2406935334" sldId="267"/>
        </pc:sldMkLst>
        <pc:spChg chg="mod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2" creationId="{B0D9710D-F695-7336-DB7A-138F291F7F10}"/>
          </ac:spMkLst>
        </pc:spChg>
        <pc:spChg chg="add del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35" creationId="{4AC0CD9D-7610-4620-93B4-798CCD9AB581}"/>
          </ac:spMkLst>
        </pc:spChg>
        <pc:spChg chg="add del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41" creationId="{DE4D62F9-188E-4530-84C2-24BDEE4BEB82}"/>
          </ac:spMkLst>
        </pc:spChg>
        <pc:spChg chg="add del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43" creationId="{F3F4807A-5068-4492-8025-D75F320E908D}"/>
          </ac:spMkLst>
        </pc:spChg>
        <pc:spChg chg="add del">
          <ac:chgData name="thomas thouvenin" userId="4fdab10e23d8eab5" providerId="LiveId" clId="{15B9DB7C-762A-45A6-B6CE-BF7368E026ED}" dt="2025-02-20T12:30:05.109" v="231"/>
          <ac:spMkLst>
            <pc:docMk/>
            <pc:sldMk cId="2406935334" sldId="267"/>
            <ac:spMk id="45" creationId="{B24996F8-180C-4DCB-8A26-DFA336CDEFBC}"/>
          </ac:spMkLst>
        </pc:spChg>
        <pc:spChg chg="add del">
          <ac:chgData name="thomas thouvenin" userId="4fdab10e23d8eab5" providerId="LiveId" clId="{15B9DB7C-762A-45A6-B6CE-BF7368E026ED}" dt="2025-02-20T12:30:05.109" v="231"/>
          <ac:spMkLst>
            <pc:docMk/>
            <pc:sldMk cId="2406935334" sldId="267"/>
            <ac:spMk id="47" creationId="{D8B22DE2-C518-4F77-BE90-E1B6B1909D91}"/>
          </ac:spMkLst>
        </pc:spChg>
        <pc:spChg chg="add del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49" creationId="{630182B0-3559-41D5-9EBC-0BD86BEDAD09}"/>
          </ac:spMkLst>
        </pc:spChg>
        <pc:spChg chg="add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58" creationId="{4AC0CD9D-7610-4620-93B4-798CCD9AB581}"/>
          </ac:spMkLst>
        </pc:spChg>
        <pc:spChg chg="add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64" creationId="{DE4D62F9-188E-4530-84C2-24BDEE4BEB82}"/>
          </ac:spMkLst>
        </pc:spChg>
        <pc:spChg chg="add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68" creationId="{35955B09-6DFD-41EE-8794-648DBC50B39F}"/>
          </ac:spMkLst>
        </pc:spChg>
        <pc:spChg chg="add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70" creationId="{EA1C8458-DBAA-4D00-98AC-E9890360D5F1}"/>
          </ac:spMkLst>
        </pc:spChg>
        <pc:spChg chg="add">
          <ac:chgData name="thomas thouvenin" userId="4fdab10e23d8eab5" providerId="LiveId" clId="{15B9DB7C-762A-45A6-B6CE-BF7368E026ED}" dt="2025-02-20T12:31:01.981" v="254" actId="26606"/>
          <ac:spMkLst>
            <pc:docMk/>
            <pc:sldMk cId="2406935334" sldId="267"/>
            <ac:spMk id="72" creationId="{A8D15A26-D50C-4BE5-8A59-321D90248097}"/>
          </ac:spMkLst>
        </pc:sp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2406935334" sldId="267"/>
            <ac:picMk id="31" creationId="{41B68C77-138E-4BF7-A276-BD0C78A4219F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2406935334" sldId="267"/>
            <ac:picMk id="33" creationId="{7C268552-D473-46ED-B1B8-422042C4DEF1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2406935334" sldId="267"/>
            <ac:picMk id="37" creationId="{B9238B3E-24AA-439A-B527-6C5DF6D72145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2406935334" sldId="267"/>
            <ac:picMk id="39" creationId="{69F01145-BEA3-4CBF-AA21-10077B948CA8}"/>
          </ac:picMkLst>
        </pc:picChg>
      </pc:sldChg>
      <pc:sldChg chg="addSp delSp modSp mod delDesignElem">
        <pc:chgData name="thomas thouvenin" userId="4fdab10e23d8eab5" providerId="LiveId" clId="{15B9DB7C-762A-45A6-B6CE-BF7368E026ED}" dt="2025-02-20T12:30:58.646" v="253" actId="26606"/>
        <pc:sldMkLst>
          <pc:docMk/>
          <pc:sldMk cId="4032544334" sldId="268"/>
        </pc:sldMkLst>
        <pc:spChg chg="mod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2" creationId="{6C320426-F4FF-B0D7-1502-1A84417D0DF1}"/>
          </ac:spMkLst>
        </pc:spChg>
        <pc:spChg chg="add del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35" creationId="{4AC0CD9D-7610-4620-93B4-798CCD9AB581}"/>
          </ac:spMkLst>
        </pc:spChg>
        <pc:spChg chg="add del">
          <ac:chgData name="thomas thouvenin" userId="4fdab10e23d8eab5" providerId="LiveId" clId="{15B9DB7C-762A-45A6-B6CE-BF7368E026ED}" dt="2025-02-20T12:30:05.109" v="231"/>
          <ac:spMkLst>
            <pc:docMk/>
            <pc:sldMk cId="4032544334" sldId="268"/>
            <ac:spMk id="41" creationId="{DE4D62F9-188E-4530-84C2-24BDEE4BEB82}"/>
          </ac:spMkLst>
        </pc:spChg>
        <pc:spChg chg="add del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43" creationId="{F3F4807A-5068-4492-8025-D75F320E908D}"/>
          </ac:spMkLst>
        </pc:spChg>
        <pc:spChg chg="add del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45" creationId="{B24996F8-180C-4DCB-8A26-DFA336CDEFBC}"/>
          </ac:spMkLst>
        </pc:spChg>
        <pc:spChg chg="add del">
          <ac:chgData name="thomas thouvenin" userId="4fdab10e23d8eab5" providerId="LiveId" clId="{15B9DB7C-762A-45A6-B6CE-BF7368E026ED}" dt="2025-02-20T12:30:05.109" v="231"/>
          <ac:spMkLst>
            <pc:docMk/>
            <pc:sldMk cId="4032544334" sldId="268"/>
            <ac:spMk id="47" creationId="{D8B22DE2-C518-4F77-BE90-E1B6B1909D91}"/>
          </ac:spMkLst>
        </pc:spChg>
        <pc:spChg chg="add del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49" creationId="{630182B0-3559-41D5-9EBC-0BD86BEDAD09}"/>
          </ac:spMkLst>
        </pc:spChg>
        <pc:spChg chg="add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58" creationId="{4AC0CD9D-7610-4620-93B4-798CCD9AB581}"/>
          </ac:spMkLst>
        </pc:spChg>
        <pc:spChg chg="add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64" creationId="{DE4D62F9-188E-4530-84C2-24BDEE4BEB82}"/>
          </ac:spMkLst>
        </pc:spChg>
        <pc:spChg chg="add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68" creationId="{35955B09-6DFD-41EE-8794-648DBC50B39F}"/>
          </ac:spMkLst>
        </pc:spChg>
        <pc:spChg chg="add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70" creationId="{EA1C8458-DBAA-4D00-98AC-E9890360D5F1}"/>
          </ac:spMkLst>
        </pc:spChg>
        <pc:spChg chg="add">
          <ac:chgData name="thomas thouvenin" userId="4fdab10e23d8eab5" providerId="LiveId" clId="{15B9DB7C-762A-45A6-B6CE-BF7368E026ED}" dt="2025-02-20T12:30:58.646" v="253" actId="26606"/>
          <ac:spMkLst>
            <pc:docMk/>
            <pc:sldMk cId="4032544334" sldId="268"/>
            <ac:spMk id="72" creationId="{A8D15A26-D50C-4BE5-8A59-321D90248097}"/>
          </ac:spMkLst>
        </pc:sp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4032544334" sldId="268"/>
            <ac:picMk id="31" creationId="{41B68C77-138E-4BF7-A276-BD0C78A4219F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4032544334" sldId="268"/>
            <ac:picMk id="33" creationId="{7C268552-D473-46ED-B1B8-422042C4DEF1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4032544334" sldId="268"/>
            <ac:picMk id="37" creationId="{B9238B3E-24AA-439A-B527-6C5DF6D72145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4032544334" sldId="268"/>
            <ac:picMk id="39" creationId="{69F01145-BEA3-4CBF-AA21-10077B948CA8}"/>
          </ac:picMkLst>
        </pc:picChg>
      </pc:sldChg>
      <pc:sldChg chg="addSp delSp modSp mod delDesignElem">
        <pc:chgData name="thomas thouvenin" userId="4fdab10e23d8eab5" providerId="LiveId" clId="{15B9DB7C-762A-45A6-B6CE-BF7368E026ED}" dt="2025-02-20T12:30:48.322" v="251" actId="26606"/>
        <pc:sldMkLst>
          <pc:docMk/>
          <pc:sldMk cId="578636014" sldId="269"/>
        </pc:sldMkLst>
        <pc:spChg chg="mod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2" creationId="{B01FE739-DE98-AD0F-5532-0C1451C4F924}"/>
          </ac:spMkLst>
        </pc:spChg>
        <pc:spChg chg="add del">
          <ac:chgData name="thomas thouvenin" userId="4fdab10e23d8eab5" providerId="LiveId" clId="{15B9DB7C-762A-45A6-B6CE-BF7368E026ED}" dt="2025-02-20T12:30:05.109" v="231"/>
          <ac:spMkLst>
            <pc:docMk/>
            <pc:sldMk cId="578636014" sldId="269"/>
            <ac:spMk id="35" creationId="{4AC0CD9D-7610-4620-93B4-798CCD9AB581}"/>
          </ac:spMkLst>
        </pc:spChg>
        <pc:spChg chg="add del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41" creationId="{DE4D62F9-188E-4530-84C2-24BDEE4BEB82}"/>
          </ac:spMkLst>
        </pc:spChg>
        <pc:spChg chg="add del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43" creationId="{757B325C-3E35-45CF-9D07-3BCB281F3B9C}"/>
          </ac:spMkLst>
        </pc:spChg>
        <pc:spChg chg="add del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45" creationId="{C24BEC42-AFF3-40D1-93A2-A27A42E1E23C}"/>
          </ac:spMkLst>
        </pc:spChg>
        <pc:spChg chg="add del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47" creationId="{608F427C-1EC9-4280-9367-F2B3AA063E82}"/>
          </ac:spMkLst>
        </pc:spChg>
        <pc:spChg chg="add del">
          <ac:chgData name="thomas thouvenin" userId="4fdab10e23d8eab5" providerId="LiveId" clId="{15B9DB7C-762A-45A6-B6CE-BF7368E026ED}" dt="2025-02-20T12:30:05.109" v="231"/>
          <ac:spMkLst>
            <pc:docMk/>
            <pc:sldMk cId="578636014" sldId="269"/>
            <ac:spMk id="49" creationId="{F98810A7-E114-447A-A7D6-69B27CFB5650}"/>
          </ac:spMkLst>
        </pc:spChg>
        <pc:spChg chg="add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58" creationId="{4AC0CD9D-7610-4620-93B4-798CCD9AB581}"/>
          </ac:spMkLst>
        </pc:spChg>
        <pc:spChg chg="add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64" creationId="{DE4D62F9-188E-4530-84C2-24BDEE4BEB82}"/>
          </ac:spMkLst>
        </pc:spChg>
        <pc:spChg chg="add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66" creationId="{7810E80F-9C89-42DA-AC6A-CA9F6C0FEE1D}"/>
          </ac:spMkLst>
        </pc:spChg>
        <pc:spChg chg="add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68" creationId="{35955B09-6DFD-41EE-8794-648DBC50B39F}"/>
          </ac:spMkLst>
        </pc:spChg>
        <pc:spChg chg="add">
          <ac:chgData name="thomas thouvenin" userId="4fdab10e23d8eab5" providerId="LiveId" clId="{15B9DB7C-762A-45A6-B6CE-BF7368E026ED}" dt="2025-02-20T12:30:48.322" v="251" actId="26606"/>
          <ac:spMkLst>
            <pc:docMk/>
            <pc:sldMk cId="578636014" sldId="269"/>
            <ac:spMk id="72" creationId="{A8D15A26-D50C-4BE5-8A59-321D90248097}"/>
          </ac:spMkLst>
        </pc:sp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578636014" sldId="269"/>
            <ac:picMk id="31" creationId="{41B68C77-138E-4BF7-A276-BD0C78A4219F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578636014" sldId="269"/>
            <ac:picMk id="33" creationId="{7C268552-D473-46ED-B1B8-422042C4DEF1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578636014" sldId="269"/>
            <ac:picMk id="37" creationId="{B9238B3E-24AA-439A-B527-6C5DF6D72145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578636014" sldId="269"/>
            <ac:picMk id="39" creationId="{69F01145-BEA3-4CBF-AA21-10077B948CA8}"/>
          </ac:picMkLst>
        </pc:picChg>
      </pc:sldChg>
      <pc:sldChg chg="addSp delSp modSp mod delDesignElem">
        <pc:chgData name="thomas thouvenin" userId="4fdab10e23d8eab5" providerId="LiveId" clId="{15B9DB7C-762A-45A6-B6CE-BF7368E026ED}" dt="2025-02-20T12:30:54.649" v="252" actId="26606"/>
        <pc:sldMkLst>
          <pc:docMk/>
          <pc:sldMk cId="994813619" sldId="270"/>
        </pc:sldMkLst>
        <pc:spChg chg="mod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2" creationId="{D37EB513-2D9A-C460-747B-8F2DB2CDA99D}"/>
          </ac:spMkLst>
        </pc:spChg>
        <pc:spChg chg="add del">
          <ac:chgData name="thomas thouvenin" userId="4fdab10e23d8eab5" providerId="LiveId" clId="{15B9DB7C-762A-45A6-B6CE-BF7368E026ED}" dt="2025-02-20T12:30:05.109" v="231"/>
          <ac:spMkLst>
            <pc:docMk/>
            <pc:sldMk cId="994813619" sldId="270"/>
            <ac:spMk id="35" creationId="{4AC0CD9D-7610-4620-93B4-798CCD9AB581}"/>
          </ac:spMkLst>
        </pc:spChg>
        <pc:spChg chg="add del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41" creationId="{DE4D62F9-188E-4530-84C2-24BDEE4BEB82}"/>
          </ac:spMkLst>
        </pc:spChg>
        <pc:spChg chg="add del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43" creationId="{757B325C-3E35-45CF-9D07-3BCB281F3B9C}"/>
          </ac:spMkLst>
        </pc:spChg>
        <pc:spChg chg="add del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45" creationId="{C24BEC42-AFF3-40D1-93A2-A27A42E1E23C}"/>
          </ac:spMkLst>
        </pc:spChg>
        <pc:spChg chg="add del">
          <ac:chgData name="thomas thouvenin" userId="4fdab10e23d8eab5" providerId="LiveId" clId="{15B9DB7C-762A-45A6-B6CE-BF7368E026ED}" dt="2025-02-20T12:30:05.109" v="231"/>
          <ac:spMkLst>
            <pc:docMk/>
            <pc:sldMk cId="994813619" sldId="270"/>
            <ac:spMk id="47" creationId="{608F427C-1EC9-4280-9367-F2B3AA063E82}"/>
          </ac:spMkLst>
        </pc:spChg>
        <pc:spChg chg="add del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49" creationId="{F98810A7-E114-447A-A7D6-69B27CFB5650}"/>
          </ac:spMkLst>
        </pc:spChg>
        <pc:spChg chg="add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58" creationId="{4AC0CD9D-7610-4620-93B4-798CCD9AB581}"/>
          </ac:spMkLst>
        </pc:spChg>
        <pc:spChg chg="add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64" creationId="{DE4D62F9-188E-4530-84C2-24BDEE4BEB82}"/>
          </ac:spMkLst>
        </pc:spChg>
        <pc:spChg chg="add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66" creationId="{D67CA421-FA2B-47ED-A101-F8BBEBB2976B}"/>
          </ac:spMkLst>
        </pc:spChg>
        <pc:spChg chg="add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68" creationId="{12425D82-CD5E-45A4-9542-70951E59F2D1}"/>
          </ac:spMkLst>
        </pc:spChg>
        <pc:spChg chg="add">
          <ac:chgData name="thomas thouvenin" userId="4fdab10e23d8eab5" providerId="LiveId" clId="{15B9DB7C-762A-45A6-B6CE-BF7368E026ED}" dt="2025-02-20T12:30:54.649" v="252" actId="26606"/>
          <ac:spMkLst>
            <pc:docMk/>
            <pc:sldMk cId="994813619" sldId="270"/>
            <ac:spMk id="70" creationId="{221DB897-A621-4D5F-AC81-91199AC4370E}"/>
          </ac:spMkLst>
        </pc:spChg>
        <pc:picChg chg="del">
          <ac:chgData name="thomas thouvenin" userId="4fdab10e23d8eab5" providerId="LiveId" clId="{15B9DB7C-762A-45A6-B6CE-BF7368E026ED}" dt="2025-02-20T12:29:38.970" v="202"/>
          <ac:picMkLst>
            <pc:docMk/>
            <pc:sldMk cId="994813619" sldId="270"/>
            <ac:picMk id="31" creationId="{41B68C77-138E-4BF7-A276-BD0C78A4219F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994813619" sldId="270"/>
            <ac:picMk id="33" creationId="{7C268552-D473-46ED-B1B8-422042C4DEF1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994813619" sldId="270"/>
            <ac:picMk id="37" creationId="{B9238B3E-24AA-439A-B527-6C5DF6D72145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994813619" sldId="270"/>
            <ac:picMk id="39" creationId="{69F01145-BEA3-4CBF-AA21-10077B948CA8}"/>
          </ac:picMkLst>
        </pc:picChg>
      </pc:sldChg>
      <pc:sldChg chg="modSp mod">
        <pc:chgData name="thomas thouvenin" userId="4fdab10e23d8eab5" providerId="LiveId" clId="{15B9DB7C-762A-45A6-B6CE-BF7368E026ED}" dt="2025-02-20T12:33:42.577" v="485" actId="5793"/>
        <pc:sldMkLst>
          <pc:docMk/>
          <pc:sldMk cId="1564621342" sldId="271"/>
        </pc:sldMkLst>
        <pc:spChg chg="mod">
          <ac:chgData name="thomas thouvenin" userId="4fdab10e23d8eab5" providerId="LiveId" clId="{15B9DB7C-762A-45A6-B6CE-BF7368E026ED}" dt="2025-02-20T12:30:05.109" v="231"/>
          <ac:spMkLst>
            <pc:docMk/>
            <pc:sldMk cId="1564621342" sldId="271"/>
            <ac:spMk id="2" creationId="{44EC0271-171D-D99D-EBB5-A8C990127657}"/>
          </ac:spMkLst>
        </pc:spChg>
        <pc:spChg chg="mod">
          <ac:chgData name="thomas thouvenin" userId="4fdab10e23d8eab5" providerId="LiveId" clId="{15B9DB7C-762A-45A6-B6CE-BF7368E026ED}" dt="2025-02-20T12:33:42.577" v="485" actId="5793"/>
          <ac:spMkLst>
            <pc:docMk/>
            <pc:sldMk cId="1564621342" sldId="271"/>
            <ac:spMk id="3" creationId="{25A4660E-4061-618B-D10C-C7F55057F3BD}"/>
          </ac:spMkLst>
        </pc:spChg>
      </pc:sldChg>
      <pc:sldChg chg="addSp delSp modSp new mod ord setBg setClrOvrMap delDesignElem">
        <pc:chgData name="thomas thouvenin" userId="4fdab10e23d8eab5" providerId="LiveId" clId="{15B9DB7C-762A-45A6-B6CE-BF7368E026ED}" dt="2025-02-20T12:31:06.714" v="255" actId="26606"/>
        <pc:sldMkLst>
          <pc:docMk/>
          <pc:sldMk cId="1024887456" sldId="272"/>
        </pc:sldMkLst>
        <pc:spChg chg="add mod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17" creationId="{A97963A1-9A4A-3545-3B72-09C1A3ECC147}"/>
          </ac:spMkLst>
        </pc:spChg>
        <pc:spChg chg="add del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38" creationId="{4FA533C5-33E3-4611-AF9F-72811D8B26A6}"/>
          </ac:spMkLst>
        </pc:spChg>
        <pc:spChg chg="add del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41" creationId="{87F0FDC4-AD8C-47D9-9131-623C98ADB0AE}"/>
          </ac:spMkLst>
        </pc:spChg>
        <pc:spChg chg="add del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42" creationId="{DE27238C-8EAF-4098-86E6-7723B7DAE601}"/>
          </ac:spMkLst>
        </pc:spChg>
        <pc:spChg chg="add del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43" creationId="{992F97B1-1891-4FCC-9E5F-BA97EDB48F89}"/>
          </ac:spMkLst>
        </pc:spChg>
        <pc:spChg chg="add del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44" creationId="{78C6C821-FEE1-4EB6-9590-C021440C77DE}"/>
          </ac:spMkLst>
        </pc:spChg>
        <pc:spChg chg="add del">
          <ac:chgData name="thomas thouvenin" userId="4fdab10e23d8eab5" providerId="LiveId" clId="{15B9DB7C-762A-45A6-B6CE-BF7368E026ED}" dt="2025-02-20T12:30:05.109" v="231"/>
          <ac:spMkLst>
            <pc:docMk/>
            <pc:sldMk cId="1024887456" sldId="272"/>
            <ac:spMk id="45" creationId="{B61A74B3-E247-44D4-8C48-FAE8E2056401}"/>
          </ac:spMkLst>
        </pc:spChg>
        <pc:spChg chg="add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50" creationId="{ABE6F9A3-300E-47F5-B41C-C8C5E758DE7C}"/>
          </ac:spMkLst>
        </pc:spChg>
        <pc:spChg chg="add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52" creationId="{61B4701B-39FE-43B8-86AA-D6B8789C2207}"/>
          </ac:spMkLst>
        </pc:spChg>
        <pc:spChg chg="add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54" creationId="{E9A7EF13-49FA-4355-971A-34B065F35022}"/>
          </ac:spMkLst>
        </pc:spChg>
        <pc:spChg chg="add">
          <ac:chgData name="thomas thouvenin" userId="4fdab10e23d8eab5" providerId="LiveId" clId="{15B9DB7C-762A-45A6-B6CE-BF7368E026ED}" dt="2025-02-20T12:31:06.714" v="255" actId="26606"/>
          <ac:spMkLst>
            <pc:docMk/>
            <pc:sldMk cId="1024887456" sldId="272"/>
            <ac:spMk id="56" creationId="{92CF3C3E-0F7B-4F0C-8EBD-BDD38E9C66F5}"/>
          </ac:spMkLst>
        </pc:spChg>
        <pc:graphicFrameChg chg="add mod">
          <ac:chgData name="thomas thouvenin" userId="4fdab10e23d8eab5" providerId="LiveId" clId="{15B9DB7C-762A-45A6-B6CE-BF7368E026ED}" dt="2025-02-14T09:36:09.806" v="57"/>
          <ac:graphicFrameMkLst>
            <pc:docMk/>
            <pc:sldMk cId="1024887456" sldId="272"/>
            <ac:graphicFrameMk id="4" creationId="{7BE65D41-18FE-9985-1E16-1F800C99FD5D}"/>
          </ac:graphicFrameMkLst>
        </pc:graphicFrame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1024887456" sldId="272"/>
            <ac:picMk id="36" creationId="{91B28F63-CF00-448F-B141-FE33C33B1891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1024887456" sldId="272"/>
            <ac:picMk id="37" creationId="{2AE609E2-8522-44E4-9077-980E5BCF3E14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1024887456" sldId="272"/>
            <ac:picMk id="39" creationId="{8949AD42-25FD-4C3D-9EEE-B7FEC5809988}"/>
          </ac:picMkLst>
        </pc:picChg>
        <pc:picChg chg="add del">
          <ac:chgData name="thomas thouvenin" userId="4fdab10e23d8eab5" providerId="LiveId" clId="{15B9DB7C-762A-45A6-B6CE-BF7368E026ED}" dt="2025-02-20T12:30:05.109" v="231"/>
          <ac:picMkLst>
            <pc:docMk/>
            <pc:sldMk cId="1024887456" sldId="272"/>
            <ac:picMk id="40" creationId="{6AC7D913-60B7-4603-881B-831DA5D3A94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fdab10e23d8eab5/Bureau/Projet%202%20Open%20classroom/Tableau%5eMde%5eMbord%5eM-%5eMetudiant-%5eMFe&#769;vrier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fdab10e23d8eab5/Bureau/Projet%202%20Open%20classroom/Tableau%5eMde%5eMbord%5eM-%5eMetudiant-%5eMFe&#769;vrier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fdab10e23d8eab5/Bureau/Projet%202%20Open%20classroom/Tableau%5eMde%5eMbord%5eM-%5eMetudiant-%5eMFe&#769;vrie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fdab10e23d8eab5/Bureau/Projet%202%20Open%20classroom/Tableau%5eMde%5eMbord%5eM-%5eMetudiant-%5eMFe&#769;vrier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fdab10e23d8eab5/Bureau/Projet%202%20Open%20classroom/Tableau%5eMde%5eMbord%5eM-%5eMetudiant-%5eMFe&#769;vrier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fdab10e23d8eab5/Bureau/Projet%202%20Open%20classroom/Tableau%5eMde%5eMbord%5eM-%5eMetudiant-%5eMFe&#769;vrier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'[Tableau^Mde^Mbord^M-^Metudiant-^MFévrier.xlsx]Tableau de bord'!$B$8</c:f>
              <c:strCache>
                <c:ptCount val="1"/>
                <c:pt idx="0">
                  <c:v>bien de conso.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'[Tableau^Mde^Mbord^M-^Metudiant-^MFévrier.xlsx]Tableau de bord'!$C$6:$H$6</c:f>
              <c:strCache>
                <c:ptCount val="6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FEV</c:v>
                </c:pt>
              </c:strCache>
            </c:strRef>
          </c:cat>
          <c:val>
            <c:numRef>
              <c:f>'[Tableau^Mde^Mbord^M-^Metudiant-^MFévrier.xlsx]Tableau de bord'!$C$8:$H$8</c:f>
              <c:numCache>
                <c:formatCode>#\ ##0\ "€"</c:formatCode>
                <c:ptCount val="6"/>
                <c:pt idx="0">
                  <c:v>10543</c:v>
                </c:pt>
                <c:pt idx="1">
                  <c:v>11458</c:v>
                </c:pt>
                <c:pt idx="2">
                  <c:v>13520</c:v>
                </c:pt>
                <c:pt idx="3">
                  <c:v>14023</c:v>
                </c:pt>
                <c:pt idx="4">
                  <c:v>14983</c:v>
                </c:pt>
                <c:pt idx="5">
                  <c:v>14763.9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24-4E33-B682-770068689047}"/>
            </c:ext>
          </c:extLst>
        </c:ser>
        <c:ser>
          <c:idx val="2"/>
          <c:order val="2"/>
          <c:tx>
            <c:strRef>
              <c:f>'[Tableau^Mde^Mbord^M-^Metudiant-^MFévrier.xlsx]Tableau de bord'!$B$9</c:f>
              <c:strCache>
                <c:ptCount val="1"/>
                <c:pt idx="0">
                  <c:v>nourriture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'[Tableau^Mde^Mbord^M-^Metudiant-^MFévrier.xlsx]Tableau de bord'!$C$6:$H$6</c:f>
              <c:strCache>
                <c:ptCount val="6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FEV</c:v>
                </c:pt>
              </c:strCache>
            </c:strRef>
          </c:cat>
          <c:val>
            <c:numRef>
              <c:f>'[Tableau^Mde^Mbord^M-^Metudiant-^MFévrier.xlsx]Tableau de bord'!$C$9:$H$9</c:f>
              <c:numCache>
                <c:formatCode>#\ ##0\ "€"</c:formatCode>
                <c:ptCount val="6"/>
                <c:pt idx="0">
                  <c:v>13855</c:v>
                </c:pt>
                <c:pt idx="1">
                  <c:v>16052</c:v>
                </c:pt>
                <c:pt idx="2">
                  <c:v>16797</c:v>
                </c:pt>
                <c:pt idx="3">
                  <c:v>17582</c:v>
                </c:pt>
                <c:pt idx="4">
                  <c:v>18216</c:v>
                </c:pt>
                <c:pt idx="5">
                  <c:v>24898.82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24-4E33-B682-770068689047}"/>
            </c:ext>
          </c:extLst>
        </c:ser>
        <c:ser>
          <c:idx val="3"/>
          <c:order val="3"/>
          <c:tx>
            <c:strRef>
              <c:f>'[Tableau^Mde^Mbord^M-^Metudiant-^MFévrier.xlsx]Tableau de bord'!$B$10</c:f>
              <c:strCache>
                <c:ptCount val="1"/>
                <c:pt idx="0">
                  <c:v>high tech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'[Tableau^Mde^Mbord^M-^Metudiant-^MFévrier.xlsx]Tableau de bord'!$C$6:$H$6</c:f>
              <c:strCache>
                <c:ptCount val="6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FEV</c:v>
                </c:pt>
              </c:strCache>
            </c:strRef>
          </c:cat>
          <c:val>
            <c:numRef>
              <c:f>'[Tableau^Mde^Mbord^M-^Metudiant-^MFévrier.xlsx]Tableau de bord'!$C$10:$H$10</c:f>
              <c:numCache>
                <c:formatCode>#\ ##0\ "€"</c:formatCode>
                <c:ptCount val="6"/>
                <c:pt idx="0">
                  <c:v>3002</c:v>
                </c:pt>
                <c:pt idx="1">
                  <c:v>3769</c:v>
                </c:pt>
                <c:pt idx="2">
                  <c:v>4230</c:v>
                </c:pt>
                <c:pt idx="3">
                  <c:v>4341</c:v>
                </c:pt>
                <c:pt idx="4">
                  <c:v>2713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24-4E33-B682-770068689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5841727"/>
        <c:axId val="41584508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'[Tableau^Mde^Mbord^M-^Metudiant-^MFévrier.xlsx]Tableau de bord'!$B$7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'[Tableau^Mde^Mbord^M-^Metudiant-^MFévrier.xlsx]Tableau de bord'!$C$6:$H$6</c15:sqref>
                        </c15:formulaRef>
                      </c:ext>
                    </c:extLst>
                    <c:strCache>
                      <c:ptCount val="6"/>
                      <c:pt idx="0">
                        <c:v>SEPT</c:v>
                      </c:pt>
                      <c:pt idx="1">
                        <c:v>OCT</c:v>
                      </c:pt>
                      <c:pt idx="2">
                        <c:v>NOV</c:v>
                      </c:pt>
                      <c:pt idx="3">
                        <c:v>DEC</c:v>
                      </c:pt>
                      <c:pt idx="4">
                        <c:v>JAN</c:v>
                      </c:pt>
                      <c:pt idx="5">
                        <c:v>FEV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'[Tableau^Mde^Mbord^M-^Metudiant-^MFévrier.xlsx]Tableau de bord'!$C$7:$H$7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4C24-4E33-B682-770068689047}"/>
                  </c:ext>
                </c:extLst>
              </c15:ser>
            </c15:filteredLineSeries>
          </c:ext>
        </c:extLst>
      </c:lineChart>
      <c:catAx>
        <c:axId val="415841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5845087"/>
        <c:crosses val="autoZero"/>
        <c:auto val="1"/>
        <c:lblAlgn val="ctr"/>
        <c:lblOffset val="100"/>
        <c:noMultiLvlLbl val="0"/>
      </c:catAx>
      <c:valAx>
        <c:axId val="415845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\ &quot;€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5841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107149729450977E-2"/>
          <c:y val="3.0555555555555555E-2"/>
          <c:w val="0.88134250813956172"/>
          <c:h val="0.84261307961504817"/>
        </c:manualLayout>
      </c:layout>
      <c:lineChart>
        <c:grouping val="standard"/>
        <c:varyColors val="0"/>
        <c:ser>
          <c:idx val="1"/>
          <c:order val="1"/>
          <c:tx>
            <c:strRef>
              <c:f>'[Tableau^Mde^Mbord^M-^Metudiant-^MFévrier.xlsx]Tableau de bord'!$B$8</c:f>
              <c:strCache>
                <c:ptCount val="1"/>
                <c:pt idx="0">
                  <c:v>bien de conso.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'[Tableau^Mde^Mbord^M-^Metudiant-^MFévrier.xlsx]Tableau de bord'!$C$6:$H$6</c:f>
              <c:strCache>
                <c:ptCount val="6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FEV</c:v>
                </c:pt>
              </c:strCache>
            </c:strRef>
          </c:cat>
          <c:val>
            <c:numRef>
              <c:f>'[Tableau^Mde^Mbord^M-^Metudiant-^MFévrier.xlsx]Tableau de bord'!$C$8:$H$8</c:f>
              <c:numCache>
                <c:formatCode>#\ ##0\ "€"</c:formatCode>
                <c:ptCount val="6"/>
                <c:pt idx="0">
                  <c:v>10543</c:v>
                </c:pt>
                <c:pt idx="1">
                  <c:v>11458</c:v>
                </c:pt>
                <c:pt idx="2">
                  <c:v>13520</c:v>
                </c:pt>
                <c:pt idx="3">
                  <c:v>14023</c:v>
                </c:pt>
                <c:pt idx="4">
                  <c:v>14983</c:v>
                </c:pt>
                <c:pt idx="5">
                  <c:v>14763.9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CC-4A45-AE4B-1CA8E0A6C228}"/>
            </c:ext>
          </c:extLst>
        </c:ser>
        <c:ser>
          <c:idx val="2"/>
          <c:order val="2"/>
          <c:tx>
            <c:strRef>
              <c:f>'[Tableau^Mde^Mbord^M-^Metudiant-^MFévrier.xlsx]Tableau de bord'!$B$9</c:f>
              <c:strCache>
                <c:ptCount val="1"/>
                <c:pt idx="0">
                  <c:v>nourriture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'[Tableau^Mde^Mbord^M-^Metudiant-^MFévrier.xlsx]Tableau de bord'!$C$6:$H$6</c:f>
              <c:strCache>
                <c:ptCount val="6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FEV</c:v>
                </c:pt>
              </c:strCache>
            </c:strRef>
          </c:cat>
          <c:val>
            <c:numRef>
              <c:f>'[Tableau^Mde^Mbord^M-^Metudiant-^MFévrier.xlsx]Tableau de bord'!$C$9:$H$9</c:f>
              <c:numCache>
                <c:formatCode>#\ ##0\ "€"</c:formatCode>
                <c:ptCount val="6"/>
                <c:pt idx="0">
                  <c:v>13855</c:v>
                </c:pt>
                <c:pt idx="1">
                  <c:v>16052</c:v>
                </c:pt>
                <c:pt idx="2">
                  <c:v>16797</c:v>
                </c:pt>
                <c:pt idx="3">
                  <c:v>17582</c:v>
                </c:pt>
                <c:pt idx="4">
                  <c:v>18216</c:v>
                </c:pt>
                <c:pt idx="5">
                  <c:v>24898.82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CC-4A45-AE4B-1CA8E0A6C228}"/>
            </c:ext>
          </c:extLst>
        </c:ser>
        <c:ser>
          <c:idx val="3"/>
          <c:order val="3"/>
          <c:tx>
            <c:strRef>
              <c:f>'[Tableau^Mde^Mbord^M-^Metudiant-^MFévrier.xlsx]Tableau de bord'!$B$10</c:f>
              <c:strCache>
                <c:ptCount val="1"/>
                <c:pt idx="0">
                  <c:v>high tech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'[Tableau^Mde^Mbord^M-^Metudiant-^MFévrier.xlsx]Tableau de bord'!$C$6:$H$6</c:f>
              <c:strCache>
                <c:ptCount val="6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FEV</c:v>
                </c:pt>
              </c:strCache>
            </c:strRef>
          </c:cat>
          <c:val>
            <c:numRef>
              <c:f>'[Tableau^Mde^Mbord^M-^Metudiant-^MFévrier.xlsx]Tableau de bord'!$C$10:$H$10</c:f>
              <c:numCache>
                <c:formatCode>#\ ##0\ "€"</c:formatCode>
                <c:ptCount val="6"/>
                <c:pt idx="0">
                  <c:v>3002</c:v>
                </c:pt>
                <c:pt idx="1">
                  <c:v>3769</c:v>
                </c:pt>
                <c:pt idx="2">
                  <c:v>4230</c:v>
                </c:pt>
                <c:pt idx="3">
                  <c:v>4341</c:v>
                </c:pt>
                <c:pt idx="4">
                  <c:v>2713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CC-4A45-AE4B-1CA8E0A6C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5841727"/>
        <c:axId val="41584508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'[Tableau^Mde^Mbord^M-^Metudiant-^MFévrier.xlsx]Tableau de bord'!$B$7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'[Tableau^Mde^Mbord^M-^Metudiant-^MFévrier.xlsx]Tableau de bord'!$C$6:$H$6</c15:sqref>
                        </c15:formulaRef>
                      </c:ext>
                    </c:extLst>
                    <c:strCache>
                      <c:ptCount val="6"/>
                      <c:pt idx="0">
                        <c:v>SEPT</c:v>
                      </c:pt>
                      <c:pt idx="1">
                        <c:v>OCT</c:v>
                      </c:pt>
                      <c:pt idx="2">
                        <c:v>NOV</c:v>
                      </c:pt>
                      <c:pt idx="3">
                        <c:v>DEC</c:v>
                      </c:pt>
                      <c:pt idx="4">
                        <c:v>JAN</c:v>
                      </c:pt>
                      <c:pt idx="5">
                        <c:v>FEV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'[Tableau^Mde^Mbord^M-^Metudiant-^MFévrier.xlsx]Tableau de bord'!$C$7:$H$7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ABCC-4A45-AE4B-1CA8E0A6C228}"/>
                  </c:ext>
                </c:extLst>
              </c15:ser>
            </c15:filteredLineSeries>
          </c:ext>
        </c:extLst>
      </c:lineChart>
      <c:catAx>
        <c:axId val="415841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5845087"/>
        <c:crosses val="autoZero"/>
        <c:auto val="1"/>
        <c:lblAlgn val="ctr"/>
        <c:lblOffset val="100"/>
        <c:noMultiLvlLbl val="0"/>
      </c:catAx>
      <c:valAx>
        <c:axId val="415845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\ &quot;€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5841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1100" b="0"/>
              <a:t>Mois</a:t>
            </a:r>
          </a:p>
        </c:rich>
      </c:tx>
      <c:layout>
        <c:manualLayout>
          <c:xMode val="edge"/>
          <c:yMode val="edge"/>
          <c:x val="0.4956544901978675"/>
          <c:y val="0.89075750192574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'[Tableau^Mde^Mbord^M-^Metudiant-^MFévrier.xlsx]Tableau de bord'!$B$8</c:f>
              <c:strCache>
                <c:ptCount val="1"/>
                <c:pt idx="0">
                  <c:v>bien de conso.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'[Tableau^Mde^Mbord^M-^Metudiant-^MFévrier.xlsx]Tableau de bord'!$C$6:$H$6</c:f>
              <c:strCache>
                <c:ptCount val="6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FEV</c:v>
                </c:pt>
              </c:strCache>
            </c:strRef>
          </c:cat>
          <c:val>
            <c:numRef>
              <c:f>'[Tableau^Mde^Mbord^M-^Metudiant-^MFévrier.xlsx]Tableau de bord'!$C$8:$H$8</c:f>
              <c:numCache>
                <c:formatCode>#\ ##0\ "€"</c:formatCode>
                <c:ptCount val="6"/>
                <c:pt idx="0">
                  <c:v>10543</c:v>
                </c:pt>
                <c:pt idx="1">
                  <c:v>11458</c:v>
                </c:pt>
                <c:pt idx="2">
                  <c:v>13520</c:v>
                </c:pt>
                <c:pt idx="3">
                  <c:v>14023</c:v>
                </c:pt>
                <c:pt idx="4">
                  <c:v>14983</c:v>
                </c:pt>
                <c:pt idx="5">
                  <c:v>14763.9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BD-4E1C-92E8-96F3C37529BC}"/>
            </c:ext>
          </c:extLst>
        </c:ser>
        <c:ser>
          <c:idx val="2"/>
          <c:order val="2"/>
          <c:tx>
            <c:strRef>
              <c:f>'[Tableau^Mde^Mbord^M-^Metudiant-^MFévrier.xlsx]Tableau de bord'!$B$9</c:f>
              <c:strCache>
                <c:ptCount val="1"/>
                <c:pt idx="0">
                  <c:v>nourriture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'[Tableau^Mde^Mbord^M-^Metudiant-^MFévrier.xlsx]Tableau de bord'!$C$6:$H$6</c:f>
              <c:strCache>
                <c:ptCount val="6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FEV</c:v>
                </c:pt>
              </c:strCache>
            </c:strRef>
          </c:cat>
          <c:val>
            <c:numRef>
              <c:f>'[Tableau^Mde^Mbord^M-^Metudiant-^MFévrier.xlsx]Tableau de bord'!$C$9:$H$9</c:f>
              <c:numCache>
                <c:formatCode>#\ ##0\ "€"</c:formatCode>
                <c:ptCount val="6"/>
                <c:pt idx="0">
                  <c:v>13855</c:v>
                </c:pt>
                <c:pt idx="1">
                  <c:v>16052</c:v>
                </c:pt>
                <c:pt idx="2">
                  <c:v>16797</c:v>
                </c:pt>
                <c:pt idx="3">
                  <c:v>17582</c:v>
                </c:pt>
                <c:pt idx="4">
                  <c:v>18216</c:v>
                </c:pt>
                <c:pt idx="5">
                  <c:v>24898.82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BD-4E1C-92E8-96F3C37529BC}"/>
            </c:ext>
          </c:extLst>
        </c:ser>
        <c:ser>
          <c:idx val="3"/>
          <c:order val="3"/>
          <c:tx>
            <c:strRef>
              <c:f>'[Tableau^Mde^Mbord^M-^Metudiant-^MFévrier.xlsx]Tableau de bord'!$B$10</c:f>
              <c:strCache>
                <c:ptCount val="1"/>
                <c:pt idx="0">
                  <c:v>high tech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'[Tableau^Mde^Mbord^M-^Metudiant-^MFévrier.xlsx]Tableau de bord'!$C$6:$H$6</c:f>
              <c:strCache>
                <c:ptCount val="6"/>
                <c:pt idx="0">
                  <c:v>SEPT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FEV</c:v>
                </c:pt>
              </c:strCache>
            </c:strRef>
          </c:cat>
          <c:val>
            <c:numRef>
              <c:f>'[Tableau^Mde^Mbord^M-^Metudiant-^MFévrier.xlsx]Tableau de bord'!$C$10:$H$10</c:f>
              <c:numCache>
                <c:formatCode>#\ ##0\ "€"</c:formatCode>
                <c:ptCount val="6"/>
                <c:pt idx="0">
                  <c:v>3002</c:v>
                </c:pt>
                <c:pt idx="1">
                  <c:v>3769</c:v>
                </c:pt>
                <c:pt idx="2">
                  <c:v>4230</c:v>
                </c:pt>
                <c:pt idx="3">
                  <c:v>4341</c:v>
                </c:pt>
                <c:pt idx="4">
                  <c:v>2713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BD-4E1C-92E8-96F3C3752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2902479"/>
        <c:axId val="77290151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'[Tableau^Mde^Mbord^M-^Metudiant-^MFévrier.xlsx]Tableau de bord'!$B$7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'[Tableau^Mde^Mbord^M-^Metudiant-^MFévrier.xlsx]Tableau de bord'!$C$6:$H$6</c15:sqref>
                        </c15:formulaRef>
                      </c:ext>
                    </c:extLst>
                    <c:strCache>
                      <c:ptCount val="6"/>
                      <c:pt idx="0">
                        <c:v>SEPT</c:v>
                      </c:pt>
                      <c:pt idx="1">
                        <c:v>OCT</c:v>
                      </c:pt>
                      <c:pt idx="2">
                        <c:v>NOV</c:v>
                      </c:pt>
                      <c:pt idx="3">
                        <c:v>DEC</c:v>
                      </c:pt>
                      <c:pt idx="4">
                        <c:v>JAN</c:v>
                      </c:pt>
                      <c:pt idx="5">
                        <c:v>FEV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'[Tableau^Mde^Mbord^M-^Metudiant-^MFévrier.xlsx]Tableau de bord'!$C$7:$H$7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E9BD-4E1C-92E8-96F3C37529BC}"/>
                  </c:ext>
                </c:extLst>
              </c15:ser>
            </c15:filteredBarSeries>
          </c:ext>
        </c:extLst>
      </c:barChart>
      <c:catAx>
        <c:axId val="772902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72901519"/>
        <c:crosses val="autoZero"/>
        <c:auto val="1"/>
        <c:lblAlgn val="ctr"/>
        <c:lblOffset val="100"/>
        <c:noMultiLvlLbl val="0"/>
      </c:catAx>
      <c:valAx>
        <c:axId val="772901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\ &quot;€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72902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[Tableau^Mde^Mbord^M-^Metudiant-^MFévrier.xlsx]Feuil2!Tableau croisé dynamique2</c:name>
    <c:fmtId val="-1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Feuil2!$B$3:$B$4</c:f>
              <c:strCache>
                <c:ptCount val="1"/>
                <c:pt idx="0">
                  <c:v>nourriture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Feuil2!$A$5:$A$15</c:f>
              <c:strCache>
                <c:ptCount val="10"/>
                <c:pt idx="0">
                  <c:v>24</c:v>
                </c:pt>
                <c:pt idx="1">
                  <c:v>25</c:v>
                </c:pt>
                <c:pt idx="2">
                  <c:v>26</c:v>
                </c:pt>
                <c:pt idx="3">
                  <c:v>36</c:v>
                </c:pt>
                <c:pt idx="4">
                  <c:v>20</c:v>
                </c:pt>
                <c:pt idx="5">
                  <c:v>35</c:v>
                </c:pt>
                <c:pt idx="6">
                  <c:v>31</c:v>
                </c:pt>
                <c:pt idx="7">
                  <c:v>38</c:v>
                </c:pt>
                <c:pt idx="8">
                  <c:v>15</c:v>
                </c:pt>
                <c:pt idx="9">
                  <c:v>22</c:v>
                </c:pt>
              </c:strCache>
            </c:strRef>
          </c:cat>
          <c:val>
            <c:numRef>
              <c:f>Feuil2!$B$5:$B$15</c:f>
              <c:numCache>
                <c:formatCode>_-* #\ ##0.00\ "€"_-;\-* #\ ##0.00\ "€"_-;_-* "-"??\ "€"_-;_-@</c:formatCode>
                <c:ptCount val="10"/>
                <c:pt idx="0">
                  <c:v>878.62000000000012</c:v>
                </c:pt>
                <c:pt idx="1">
                  <c:v>1028.4100000000001</c:v>
                </c:pt>
                <c:pt idx="2">
                  <c:v>719.24</c:v>
                </c:pt>
                <c:pt idx="3">
                  <c:v>729.20999999999981</c:v>
                </c:pt>
                <c:pt idx="4">
                  <c:v>779.15</c:v>
                </c:pt>
                <c:pt idx="5">
                  <c:v>639.66000000000008</c:v>
                </c:pt>
                <c:pt idx="6">
                  <c:v>525.25</c:v>
                </c:pt>
                <c:pt idx="7">
                  <c:v>526.25000000000011</c:v>
                </c:pt>
                <c:pt idx="8">
                  <c:v>872.33999999999992</c:v>
                </c:pt>
                <c:pt idx="9">
                  <c:v>743.32999999999993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B5-4A80-BF8E-3E5127759712}"/>
            </c:ext>
          </c:extLst>
        </c:ser>
        <c:ser>
          <c:idx val="1"/>
          <c:order val="1"/>
          <c:tx>
            <c:strRef>
              <c:f>Feuil2!$C$3:$C$4</c:f>
              <c:strCache>
                <c:ptCount val="1"/>
                <c:pt idx="0">
                  <c:v>bien de conso.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Feuil2!$A$5:$A$15</c:f>
              <c:strCache>
                <c:ptCount val="10"/>
                <c:pt idx="0">
                  <c:v>24</c:v>
                </c:pt>
                <c:pt idx="1">
                  <c:v>25</c:v>
                </c:pt>
                <c:pt idx="2">
                  <c:v>26</c:v>
                </c:pt>
                <c:pt idx="3">
                  <c:v>36</c:v>
                </c:pt>
                <c:pt idx="4">
                  <c:v>20</c:v>
                </c:pt>
                <c:pt idx="5">
                  <c:v>35</c:v>
                </c:pt>
                <c:pt idx="6">
                  <c:v>31</c:v>
                </c:pt>
                <c:pt idx="7">
                  <c:v>38</c:v>
                </c:pt>
                <c:pt idx="8">
                  <c:v>15</c:v>
                </c:pt>
                <c:pt idx="9">
                  <c:v>22</c:v>
                </c:pt>
              </c:strCache>
            </c:strRef>
          </c:cat>
          <c:val>
            <c:numRef>
              <c:f>Feuil2!$C$5:$C$15</c:f>
              <c:numCache>
                <c:formatCode>_-* #\ ##0.00\ "€"_-;\-* #\ ##0.00\ "€"_-;_-* "-"??\ "€"_-;_-@</c:formatCode>
                <c:ptCount val="10"/>
                <c:pt idx="0">
                  <c:v>631.71</c:v>
                </c:pt>
                <c:pt idx="1">
                  <c:v>368.73999999999995</c:v>
                </c:pt>
                <c:pt idx="2">
                  <c:v>619.51</c:v>
                </c:pt>
                <c:pt idx="3">
                  <c:v>505.64</c:v>
                </c:pt>
                <c:pt idx="4">
                  <c:v>368.79999999999995</c:v>
                </c:pt>
                <c:pt idx="5">
                  <c:v>482.34</c:v>
                </c:pt>
                <c:pt idx="6">
                  <c:v>589.96</c:v>
                </c:pt>
                <c:pt idx="7">
                  <c:v>568.76</c:v>
                </c:pt>
                <c:pt idx="8">
                  <c:v>190.66</c:v>
                </c:pt>
                <c:pt idx="9">
                  <c:v>291.37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B5-4A80-BF8E-3E512775971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2125466224"/>
        <c:axId val="2125466704"/>
      </c:barChart>
      <c:catAx>
        <c:axId val="21254662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25466704"/>
        <c:crosses val="autoZero"/>
        <c:auto val="1"/>
        <c:lblAlgn val="ctr"/>
        <c:lblOffset val="100"/>
        <c:noMultiLvlLbl val="0"/>
      </c:catAx>
      <c:valAx>
        <c:axId val="2125466704"/>
        <c:scaling>
          <c:orientation val="minMax"/>
        </c:scaling>
        <c:delete val="1"/>
        <c:axPos val="l"/>
        <c:numFmt formatCode="_-* #\ ##0.00\ &quot;€&quot;_-;\-* #\ ##0.00\ &quot;€&quot;_-;_-* &quot;-&quot;??\ &quot;€&quot;_-;_-@" sourceLinked="1"/>
        <c:majorTickMark val="none"/>
        <c:minorTickMark val="none"/>
        <c:tickLblPos val="nextTo"/>
        <c:crossAx val="2125466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67317016407432"/>
          <c:y val="3.2400589101620032E-2"/>
          <c:w val="0.85449920484077424"/>
          <c:h val="0.89926872542993985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'[Tableau^Mde^Mbord^M-^Metudiant-^MFévrier.xlsx]DATA Février (clients affiliés)'!$B$2:$B$661</c:f>
              <c:numCache>
                <c:formatCode>#,##0.00</c:formatCode>
                <c:ptCount val="660"/>
                <c:pt idx="0">
                  <c:v>1.8</c:v>
                </c:pt>
                <c:pt idx="1">
                  <c:v>4.5599999999999996</c:v>
                </c:pt>
                <c:pt idx="2">
                  <c:v>4.84</c:v>
                </c:pt>
                <c:pt idx="3">
                  <c:v>5.45</c:v>
                </c:pt>
                <c:pt idx="4">
                  <c:v>5.76</c:v>
                </c:pt>
                <c:pt idx="5">
                  <c:v>6.73</c:v>
                </c:pt>
                <c:pt idx="6">
                  <c:v>6.81</c:v>
                </c:pt>
                <c:pt idx="7">
                  <c:v>7.93</c:v>
                </c:pt>
                <c:pt idx="8">
                  <c:v>9.06</c:v>
                </c:pt>
                <c:pt idx="9">
                  <c:v>3.3</c:v>
                </c:pt>
                <c:pt idx="10">
                  <c:v>4.6399999999999997</c:v>
                </c:pt>
                <c:pt idx="11">
                  <c:v>5.0999999999999996</c:v>
                </c:pt>
                <c:pt idx="12">
                  <c:v>5.96</c:v>
                </c:pt>
                <c:pt idx="13">
                  <c:v>6.03</c:v>
                </c:pt>
                <c:pt idx="14">
                  <c:v>7.12</c:v>
                </c:pt>
                <c:pt idx="15">
                  <c:v>7.76</c:v>
                </c:pt>
                <c:pt idx="16">
                  <c:v>8.5399999999999991</c:v>
                </c:pt>
                <c:pt idx="17">
                  <c:v>9.4600000000000009</c:v>
                </c:pt>
                <c:pt idx="18">
                  <c:v>9.73</c:v>
                </c:pt>
                <c:pt idx="19">
                  <c:v>10.7</c:v>
                </c:pt>
                <c:pt idx="20">
                  <c:v>12.4</c:v>
                </c:pt>
                <c:pt idx="21">
                  <c:v>5.0999999999999996</c:v>
                </c:pt>
                <c:pt idx="22">
                  <c:v>5.44</c:v>
                </c:pt>
                <c:pt idx="23">
                  <c:v>5.63</c:v>
                </c:pt>
                <c:pt idx="24">
                  <c:v>6.22</c:v>
                </c:pt>
                <c:pt idx="25">
                  <c:v>7.71</c:v>
                </c:pt>
                <c:pt idx="26">
                  <c:v>8.1199999999999992</c:v>
                </c:pt>
                <c:pt idx="27">
                  <c:v>8.93</c:v>
                </c:pt>
                <c:pt idx="28">
                  <c:v>9.23</c:v>
                </c:pt>
                <c:pt idx="29">
                  <c:v>12</c:v>
                </c:pt>
                <c:pt idx="30">
                  <c:v>5.12</c:v>
                </c:pt>
                <c:pt idx="31">
                  <c:v>5.83</c:v>
                </c:pt>
                <c:pt idx="32">
                  <c:v>7.06</c:v>
                </c:pt>
                <c:pt idx="33">
                  <c:v>9.42</c:v>
                </c:pt>
                <c:pt idx="34">
                  <c:v>9.86</c:v>
                </c:pt>
                <c:pt idx="35">
                  <c:v>10.4</c:v>
                </c:pt>
                <c:pt idx="36">
                  <c:v>1.5</c:v>
                </c:pt>
                <c:pt idx="37">
                  <c:v>4.04</c:v>
                </c:pt>
                <c:pt idx="38">
                  <c:v>4.24</c:v>
                </c:pt>
                <c:pt idx="39">
                  <c:v>5.43</c:v>
                </c:pt>
                <c:pt idx="40">
                  <c:v>5.73</c:v>
                </c:pt>
                <c:pt idx="41">
                  <c:v>6.8</c:v>
                </c:pt>
                <c:pt idx="42">
                  <c:v>6.85</c:v>
                </c:pt>
                <c:pt idx="43">
                  <c:v>7.28</c:v>
                </c:pt>
                <c:pt idx="44">
                  <c:v>7.29</c:v>
                </c:pt>
                <c:pt idx="45">
                  <c:v>7.66</c:v>
                </c:pt>
                <c:pt idx="46">
                  <c:v>8.2200000000000006</c:v>
                </c:pt>
                <c:pt idx="47">
                  <c:v>8.52</c:v>
                </c:pt>
                <c:pt idx="48">
                  <c:v>8.68</c:v>
                </c:pt>
                <c:pt idx="49">
                  <c:v>1.8</c:v>
                </c:pt>
                <c:pt idx="50">
                  <c:v>2.5</c:v>
                </c:pt>
                <c:pt idx="51">
                  <c:v>4.68</c:v>
                </c:pt>
                <c:pt idx="52">
                  <c:v>4.78</c:v>
                </c:pt>
                <c:pt idx="53">
                  <c:v>6.34</c:v>
                </c:pt>
                <c:pt idx="54">
                  <c:v>7.33</c:v>
                </c:pt>
                <c:pt idx="55">
                  <c:v>7.52</c:v>
                </c:pt>
                <c:pt idx="56">
                  <c:v>8.98</c:v>
                </c:pt>
                <c:pt idx="57">
                  <c:v>9.0500000000000007</c:v>
                </c:pt>
                <c:pt idx="58">
                  <c:v>9.33</c:v>
                </c:pt>
                <c:pt idx="59">
                  <c:v>3.9</c:v>
                </c:pt>
                <c:pt idx="60">
                  <c:v>4.0599999999999996</c:v>
                </c:pt>
                <c:pt idx="61">
                  <c:v>4.3899999999999997</c:v>
                </c:pt>
                <c:pt idx="62">
                  <c:v>4.4400000000000004</c:v>
                </c:pt>
                <c:pt idx="63">
                  <c:v>5.36</c:v>
                </c:pt>
                <c:pt idx="64">
                  <c:v>5.66</c:v>
                </c:pt>
                <c:pt idx="65">
                  <c:v>5.84</c:v>
                </c:pt>
                <c:pt idx="66">
                  <c:v>6.43</c:v>
                </c:pt>
                <c:pt idx="67">
                  <c:v>6.99</c:v>
                </c:pt>
                <c:pt idx="68">
                  <c:v>7.45</c:v>
                </c:pt>
                <c:pt idx="69">
                  <c:v>7.75</c:v>
                </c:pt>
                <c:pt idx="70">
                  <c:v>7.91</c:v>
                </c:pt>
                <c:pt idx="71">
                  <c:v>8.17</c:v>
                </c:pt>
                <c:pt idx="72">
                  <c:v>8.9600000000000009</c:v>
                </c:pt>
                <c:pt idx="73">
                  <c:v>9.5</c:v>
                </c:pt>
                <c:pt idx="74">
                  <c:v>9.9499999999999993</c:v>
                </c:pt>
                <c:pt idx="75">
                  <c:v>4.22</c:v>
                </c:pt>
                <c:pt idx="76">
                  <c:v>4.62</c:v>
                </c:pt>
                <c:pt idx="77">
                  <c:v>4.87</c:v>
                </c:pt>
                <c:pt idx="78">
                  <c:v>5.64</c:v>
                </c:pt>
                <c:pt idx="79">
                  <c:v>6.67</c:v>
                </c:pt>
                <c:pt idx="80">
                  <c:v>8.39</c:v>
                </c:pt>
                <c:pt idx="81">
                  <c:v>9.1999999999999993</c:v>
                </c:pt>
                <c:pt idx="82">
                  <c:v>9.25</c:v>
                </c:pt>
                <c:pt idx="83">
                  <c:v>9.66</c:v>
                </c:pt>
                <c:pt idx="84">
                  <c:v>2.1</c:v>
                </c:pt>
                <c:pt idx="85">
                  <c:v>2.2999999999999998</c:v>
                </c:pt>
                <c:pt idx="86">
                  <c:v>3.5</c:v>
                </c:pt>
                <c:pt idx="87">
                  <c:v>4.3</c:v>
                </c:pt>
                <c:pt idx="88">
                  <c:v>4.4400000000000004</c:v>
                </c:pt>
                <c:pt idx="89">
                  <c:v>4.46</c:v>
                </c:pt>
                <c:pt idx="90">
                  <c:v>5.47</c:v>
                </c:pt>
                <c:pt idx="91">
                  <c:v>5.67</c:v>
                </c:pt>
                <c:pt idx="92">
                  <c:v>5.68</c:v>
                </c:pt>
                <c:pt idx="93">
                  <c:v>6.5</c:v>
                </c:pt>
                <c:pt idx="94">
                  <c:v>6.7</c:v>
                </c:pt>
                <c:pt idx="95">
                  <c:v>6.81</c:v>
                </c:pt>
                <c:pt idx="96">
                  <c:v>8.1199999999999992</c:v>
                </c:pt>
                <c:pt idx="97">
                  <c:v>9.23</c:v>
                </c:pt>
                <c:pt idx="98">
                  <c:v>9.57</c:v>
                </c:pt>
                <c:pt idx="99">
                  <c:v>9.9600000000000009</c:v>
                </c:pt>
                <c:pt idx="100">
                  <c:v>4.26</c:v>
                </c:pt>
                <c:pt idx="101">
                  <c:v>4.8</c:v>
                </c:pt>
                <c:pt idx="102">
                  <c:v>5.46</c:v>
                </c:pt>
                <c:pt idx="103">
                  <c:v>5.65</c:v>
                </c:pt>
                <c:pt idx="104">
                  <c:v>5.93</c:v>
                </c:pt>
                <c:pt idx="105">
                  <c:v>6.69</c:v>
                </c:pt>
                <c:pt idx="106">
                  <c:v>6.76</c:v>
                </c:pt>
                <c:pt idx="107">
                  <c:v>6.95</c:v>
                </c:pt>
                <c:pt idx="108">
                  <c:v>6.96</c:v>
                </c:pt>
                <c:pt idx="109">
                  <c:v>7.21</c:v>
                </c:pt>
                <c:pt idx="110">
                  <c:v>7.27</c:v>
                </c:pt>
                <c:pt idx="111">
                  <c:v>8.02</c:v>
                </c:pt>
                <c:pt idx="112">
                  <c:v>9.75</c:v>
                </c:pt>
                <c:pt idx="113">
                  <c:v>9.85</c:v>
                </c:pt>
                <c:pt idx="114">
                  <c:v>11.6</c:v>
                </c:pt>
                <c:pt idx="115">
                  <c:v>3.5</c:v>
                </c:pt>
                <c:pt idx="116">
                  <c:v>5.46</c:v>
                </c:pt>
                <c:pt idx="117">
                  <c:v>6.33</c:v>
                </c:pt>
                <c:pt idx="118">
                  <c:v>6.64</c:v>
                </c:pt>
                <c:pt idx="119">
                  <c:v>8.19</c:v>
                </c:pt>
                <c:pt idx="120">
                  <c:v>2.4</c:v>
                </c:pt>
                <c:pt idx="121">
                  <c:v>3.7</c:v>
                </c:pt>
                <c:pt idx="122">
                  <c:v>3.9</c:v>
                </c:pt>
                <c:pt idx="123">
                  <c:v>4.5199999999999996</c:v>
                </c:pt>
                <c:pt idx="124">
                  <c:v>5.61</c:v>
                </c:pt>
                <c:pt idx="125">
                  <c:v>6.96</c:v>
                </c:pt>
                <c:pt idx="126">
                  <c:v>8.44</c:v>
                </c:pt>
                <c:pt idx="127">
                  <c:v>9.07</c:v>
                </c:pt>
                <c:pt idx="128">
                  <c:v>2.2999999999999998</c:v>
                </c:pt>
                <c:pt idx="129">
                  <c:v>4.08</c:v>
                </c:pt>
                <c:pt idx="130">
                  <c:v>4.7699999999999996</c:v>
                </c:pt>
                <c:pt idx="131">
                  <c:v>5.2</c:v>
                </c:pt>
                <c:pt idx="132">
                  <c:v>5.42</c:v>
                </c:pt>
                <c:pt idx="133">
                  <c:v>5.67</c:v>
                </c:pt>
                <c:pt idx="134">
                  <c:v>6.16</c:v>
                </c:pt>
                <c:pt idx="135">
                  <c:v>7.11</c:v>
                </c:pt>
                <c:pt idx="136">
                  <c:v>7.88</c:v>
                </c:pt>
                <c:pt idx="137">
                  <c:v>8.24</c:v>
                </c:pt>
                <c:pt idx="138">
                  <c:v>10.6</c:v>
                </c:pt>
                <c:pt idx="139">
                  <c:v>1.5</c:v>
                </c:pt>
                <c:pt idx="140">
                  <c:v>3.9</c:v>
                </c:pt>
                <c:pt idx="141">
                  <c:v>5.15</c:v>
                </c:pt>
                <c:pt idx="142">
                  <c:v>5.79</c:v>
                </c:pt>
                <c:pt idx="143">
                  <c:v>6.27</c:v>
                </c:pt>
                <c:pt idx="144">
                  <c:v>6.28</c:v>
                </c:pt>
                <c:pt idx="145">
                  <c:v>6.74</c:v>
                </c:pt>
                <c:pt idx="146">
                  <c:v>7.18</c:v>
                </c:pt>
                <c:pt idx="147">
                  <c:v>7.73</c:v>
                </c:pt>
                <c:pt idx="148">
                  <c:v>7.95</c:v>
                </c:pt>
                <c:pt idx="149">
                  <c:v>8.1199999999999992</c:v>
                </c:pt>
                <c:pt idx="150">
                  <c:v>8.6</c:v>
                </c:pt>
                <c:pt idx="151">
                  <c:v>9.3800000000000008</c:v>
                </c:pt>
                <c:pt idx="152">
                  <c:v>9.69</c:v>
                </c:pt>
                <c:pt idx="153">
                  <c:v>2.6</c:v>
                </c:pt>
                <c:pt idx="154">
                  <c:v>4.1399999999999997</c:v>
                </c:pt>
                <c:pt idx="155">
                  <c:v>4.62</c:v>
                </c:pt>
                <c:pt idx="156">
                  <c:v>4.96</c:v>
                </c:pt>
                <c:pt idx="157">
                  <c:v>5.35</c:v>
                </c:pt>
                <c:pt idx="158">
                  <c:v>5.59</c:v>
                </c:pt>
                <c:pt idx="159">
                  <c:v>6.65</c:v>
                </c:pt>
                <c:pt idx="160">
                  <c:v>7.42</c:v>
                </c:pt>
                <c:pt idx="161">
                  <c:v>8.98</c:v>
                </c:pt>
                <c:pt idx="162">
                  <c:v>9.25</c:v>
                </c:pt>
                <c:pt idx="163">
                  <c:v>9.5299999999999994</c:v>
                </c:pt>
                <c:pt idx="164">
                  <c:v>9.59</c:v>
                </c:pt>
                <c:pt idx="165">
                  <c:v>9.69</c:v>
                </c:pt>
                <c:pt idx="166">
                  <c:v>9.98</c:v>
                </c:pt>
                <c:pt idx="167">
                  <c:v>10.9</c:v>
                </c:pt>
                <c:pt idx="168">
                  <c:v>12.6</c:v>
                </c:pt>
                <c:pt idx="169">
                  <c:v>2.8</c:v>
                </c:pt>
                <c:pt idx="170">
                  <c:v>4.34</c:v>
                </c:pt>
                <c:pt idx="171">
                  <c:v>5.22</c:v>
                </c:pt>
                <c:pt idx="172">
                  <c:v>5.91</c:v>
                </c:pt>
                <c:pt idx="173">
                  <c:v>6.49</c:v>
                </c:pt>
                <c:pt idx="174">
                  <c:v>6.66</c:v>
                </c:pt>
                <c:pt idx="175">
                  <c:v>8.2899999999999991</c:v>
                </c:pt>
                <c:pt idx="176">
                  <c:v>8.74</c:v>
                </c:pt>
                <c:pt idx="177">
                  <c:v>9.0399999999999991</c:v>
                </c:pt>
                <c:pt idx="178">
                  <c:v>9.15</c:v>
                </c:pt>
                <c:pt idx="179">
                  <c:v>9.3800000000000008</c:v>
                </c:pt>
                <c:pt idx="180">
                  <c:v>9.65</c:v>
                </c:pt>
                <c:pt idx="181">
                  <c:v>9.99</c:v>
                </c:pt>
                <c:pt idx="182">
                  <c:v>11.9</c:v>
                </c:pt>
                <c:pt idx="183">
                  <c:v>2</c:v>
                </c:pt>
                <c:pt idx="184">
                  <c:v>5.24</c:v>
                </c:pt>
                <c:pt idx="185">
                  <c:v>5.35</c:v>
                </c:pt>
                <c:pt idx="186">
                  <c:v>5.99</c:v>
                </c:pt>
                <c:pt idx="187">
                  <c:v>6.05</c:v>
                </c:pt>
                <c:pt idx="188">
                  <c:v>6.06</c:v>
                </c:pt>
                <c:pt idx="189">
                  <c:v>6.91</c:v>
                </c:pt>
                <c:pt idx="190">
                  <c:v>7.7</c:v>
                </c:pt>
                <c:pt idx="191">
                  <c:v>7.93</c:v>
                </c:pt>
                <c:pt idx="192">
                  <c:v>9.0500000000000007</c:v>
                </c:pt>
                <c:pt idx="193">
                  <c:v>9.1</c:v>
                </c:pt>
                <c:pt idx="194">
                  <c:v>9.17</c:v>
                </c:pt>
                <c:pt idx="195">
                  <c:v>9.66</c:v>
                </c:pt>
                <c:pt idx="196">
                  <c:v>10</c:v>
                </c:pt>
                <c:pt idx="197">
                  <c:v>10.1</c:v>
                </c:pt>
                <c:pt idx="198">
                  <c:v>10.199999999999999</c:v>
                </c:pt>
                <c:pt idx="199">
                  <c:v>2.6</c:v>
                </c:pt>
                <c:pt idx="200">
                  <c:v>4.0199999999999996</c:v>
                </c:pt>
                <c:pt idx="201">
                  <c:v>4.3</c:v>
                </c:pt>
                <c:pt idx="202">
                  <c:v>5.66</c:v>
                </c:pt>
                <c:pt idx="203">
                  <c:v>6.06</c:v>
                </c:pt>
                <c:pt idx="204">
                  <c:v>6.54</c:v>
                </c:pt>
                <c:pt idx="205">
                  <c:v>6.84</c:v>
                </c:pt>
                <c:pt idx="206">
                  <c:v>7.31</c:v>
                </c:pt>
                <c:pt idx="207">
                  <c:v>7.54</c:v>
                </c:pt>
                <c:pt idx="208">
                  <c:v>7.57</c:v>
                </c:pt>
                <c:pt idx="209">
                  <c:v>8.1</c:v>
                </c:pt>
                <c:pt idx="210">
                  <c:v>8.39</c:v>
                </c:pt>
                <c:pt idx="211">
                  <c:v>9.1999999999999993</c:v>
                </c:pt>
                <c:pt idx="212">
                  <c:v>9.99</c:v>
                </c:pt>
                <c:pt idx="213">
                  <c:v>11.1</c:v>
                </c:pt>
                <c:pt idx="214">
                  <c:v>2.9</c:v>
                </c:pt>
                <c:pt idx="215">
                  <c:v>3.8</c:v>
                </c:pt>
                <c:pt idx="216">
                  <c:v>3.8</c:v>
                </c:pt>
                <c:pt idx="217">
                  <c:v>4.12</c:v>
                </c:pt>
                <c:pt idx="218">
                  <c:v>5.0999999999999996</c:v>
                </c:pt>
                <c:pt idx="219">
                  <c:v>6.22</c:v>
                </c:pt>
                <c:pt idx="220">
                  <c:v>6.41</c:v>
                </c:pt>
                <c:pt idx="221">
                  <c:v>6.57</c:v>
                </c:pt>
                <c:pt idx="222">
                  <c:v>7.3</c:v>
                </c:pt>
                <c:pt idx="223">
                  <c:v>7.59</c:v>
                </c:pt>
                <c:pt idx="224">
                  <c:v>7.73</c:v>
                </c:pt>
                <c:pt idx="225">
                  <c:v>7.79</c:v>
                </c:pt>
                <c:pt idx="226">
                  <c:v>8.7799999999999994</c:v>
                </c:pt>
                <c:pt idx="227">
                  <c:v>12.7</c:v>
                </c:pt>
                <c:pt idx="228">
                  <c:v>3</c:v>
                </c:pt>
                <c:pt idx="229">
                  <c:v>4.46</c:v>
                </c:pt>
                <c:pt idx="230">
                  <c:v>4.78</c:v>
                </c:pt>
                <c:pt idx="231">
                  <c:v>5.0999999999999996</c:v>
                </c:pt>
                <c:pt idx="232">
                  <c:v>5.88</c:v>
                </c:pt>
                <c:pt idx="233">
                  <c:v>5.93</c:v>
                </c:pt>
                <c:pt idx="234">
                  <c:v>6.41</c:v>
                </c:pt>
                <c:pt idx="235">
                  <c:v>6.68</c:v>
                </c:pt>
                <c:pt idx="236">
                  <c:v>6.75</c:v>
                </c:pt>
                <c:pt idx="237">
                  <c:v>7.31</c:v>
                </c:pt>
                <c:pt idx="238">
                  <c:v>7.36</c:v>
                </c:pt>
                <c:pt idx="239">
                  <c:v>7.69</c:v>
                </c:pt>
                <c:pt idx="240">
                  <c:v>7.84</c:v>
                </c:pt>
                <c:pt idx="241">
                  <c:v>7.97</c:v>
                </c:pt>
                <c:pt idx="242">
                  <c:v>8.31</c:v>
                </c:pt>
                <c:pt idx="243">
                  <c:v>8.35</c:v>
                </c:pt>
                <c:pt idx="244">
                  <c:v>9.0299999999999994</c:v>
                </c:pt>
                <c:pt idx="245">
                  <c:v>11.9</c:v>
                </c:pt>
                <c:pt idx="246">
                  <c:v>1.5</c:v>
                </c:pt>
                <c:pt idx="247">
                  <c:v>4.2</c:v>
                </c:pt>
                <c:pt idx="248">
                  <c:v>6.16</c:v>
                </c:pt>
                <c:pt idx="249">
                  <c:v>6.65</c:v>
                </c:pt>
                <c:pt idx="250">
                  <c:v>7.27</c:v>
                </c:pt>
                <c:pt idx="251">
                  <c:v>7.87</c:v>
                </c:pt>
                <c:pt idx="252">
                  <c:v>9.15</c:v>
                </c:pt>
                <c:pt idx="253">
                  <c:v>9.5299999999999994</c:v>
                </c:pt>
                <c:pt idx="254">
                  <c:v>9.58</c:v>
                </c:pt>
                <c:pt idx="255">
                  <c:v>10.6</c:v>
                </c:pt>
                <c:pt idx="256">
                  <c:v>4.1500000000000004</c:v>
                </c:pt>
                <c:pt idx="257">
                  <c:v>4.38</c:v>
                </c:pt>
                <c:pt idx="258">
                  <c:v>5.05</c:v>
                </c:pt>
                <c:pt idx="259">
                  <c:v>5.7</c:v>
                </c:pt>
                <c:pt idx="260">
                  <c:v>5.79</c:v>
                </c:pt>
                <c:pt idx="261">
                  <c:v>6.09</c:v>
                </c:pt>
                <c:pt idx="262">
                  <c:v>7.66</c:v>
                </c:pt>
                <c:pt idx="263">
                  <c:v>8.1</c:v>
                </c:pt>
                <c:pt idx="264">
                  <c:v>8.7200000000000006</c:v>
                </c:pt>
                <c:pt idx="265">
                  <c:v>9.1999999999999993</c:v>
                </c:pt>
                <c:pt idx="266">
                  <c:v>9.8699999999999992</c:v>
                </c:pt>
                <c:pt idx="267">
                  <c:v>10.7</c:v>
                </c:pt>
                <c:pt idx="268">
                  <c:v>11.3</c:v>
                </c:pt>
                <c:pt idx="269">
                  <c:v>12.4</c:v>
                </c:pt>
                <c:pt idx="270">
                  <c:v>12.7</c:v>
                </c:pt>
                <c:pt idx="271">
                  <c:v>2.8</c:v>
                </c:pt>
                <c:pt idx="272">
                  <c:v>4.1500000000000004</c:v>
                </c:pt>
                <c:pt idx="273">
                  <c:v>4.17</c:v>
                </c:pt>
                <c:pt idx="274">
                  <c:v>4.34</c:v>
                </c:pt>
                <c:pt idx="275">
                  <c:v>4.54</c:v>
                </c:pt>
                <c:pt idx="276">
                  <c:v>4.6100000000000003</c:v>
                </c:pt>
                <c:pt idx="277">
                  <c:v>5.41</c:v>
                </c:pt>
                <c:pt idx="278">
                  <c:v>6.68</c:v>
                </c:pt>
                <c:pt idx="279">
                  <c:v>7.55</c:v>
                </c:pt>
                <c:pt idx="280">
                  <c:v>8.18</c:v>
                </c:pt>
                <c:pt idx="281">
                  <c:v>8.65</c:v>
                </c:pt>
                <c:pt idx="282">
                  <c:v>8.9700000000000006</c:v>
                </c:pt>
                <c:pt idx="283">
                  <c:v>9.3000000000000007</c:v>
                </c:pt>
                <c:pt idx="284">
                  <c:v>11.8</c:v>
                </c:pt>
                <c:pt idx="285">
                  <c:v>12.1</c:v>
                </c:pt>
                <c:pt idx="286">
                  <c:v>4</c:v>
                </c:pt>
                <c:pt idx="287">
                  <c:v>4.05</c:v>
                </c:pt>
                <c:pt idx="288">
                  <c:v>4.4800000000000004</c:v>
                </c:pt>
                <c:pt idx="289">
                  <c:v>4.66</c:v>
                </c:pt>
                <c:pt idx="290">
                  <c:v>4.66</c:v>
                </c:pt>
                <c:pt idx="291">
                  <c:v>4.67</c:v>
                </c:pt>
                <c:pt idx="292">
                  <c:v>5.0599999999999996</c:v>
                </c:pt>
                <c:pt idx="293">
                  <c:v>5.18</c:v>
                </c:pt>
                <c:pt idx="294">
                  <c:v>5.61</c:v>
                </c:pt>
                <c:pt idx="295">
                  <c:v>5.65</c:v>
                </c:pt>
                <c:pt idx="296">
                  <c:v>6.46</c:v>
                </c:pt>
                <c:pt idx="297">
                  <c:v>6.56</c:v>
                </c:pt>
                <c:pt idx="298">
                  <c:v>6.85</c:v>
                </c:pt>
                <c:pt idx="299">
                  <c:v>7.07</c:v>
                </c:pt>
                <c:pt idx="300">
                  <c:v>7.72</c:v>
                </c:pt>
                <c:pt idx="301">
                  <c:v>7.9</c:v>
                </c:pt>
                <c:pt idx="302">
                  <c:v>8.6</c:v>
                </c:pt>
                <c:pt idx="303">
                  <c:v>8.6199999999999992</c:v>
                </c:pt>
                <c:pt idx="304">
                  <c:v>8.65</c:v>
                </c:pt>
                <c:pt idx="305">
                  <c:v>8.83</c:v>
                </c:pt>
                <c:pt idx="306">
                  <c:v>9.02</c:v>
                </c:pt>
                <c:pt idx="307">
                  <c:v>9.2799999999999994</c:v>
                </c:pt>
                <c:pt idx="308">
                  <c:v>9.31</c:v>
                </c:pt>
                <c:pt idx="309">
                  <c:v>9.91</c:v>
                </c:pt>
                <c:pt idx="310">
                  <c:v>2.4</c:v>
                </c:pt>
                <c:pt idx="311">
                  <c:v>3.8</c:v>
                </c:pt>
                <c:pt idx="312">
                  <c:v>4</c:v>
                </c:pt>
                <c:pt idx="313">
                  <c:v>4.32</c:v>
                </c:pt>
                <c:pt idx="314">
                  <c:v>4.57</c:v>
                </c:pt>
                <c:pt idx="315">
                  <c:v>4.78</c:v>
                </c:pt>
                <c:pt idx="316">
                  <c:v>4.88</c:v>
                </c:pt>
                <c:pt idx="317">
                  <c:v>4.99</c:v>
                </c:pt>
                <c:pt idx="318">
                  <c:v>5.48</c:v>
                </c:pt>
                <c:pt idx="319">
                  <c:v>5.94</c:v>
                </c:pt>
                <c:pt idx="320">
                  <c:v>5.97</c:v>
                </c:pt>
                <c:pt idx="321">
                  <c:v>6.16</c:v>
                </c:pt>
                <c:pt idx="322">
                  <c:v>6.25</c:v>
                </c:pt>
                <c:pt idx="323">
                  <c:v>6.28</c:v>
                </c:pt>
                <c:pt idx="324">
                  <c:v>7.37</c:v>
                </c:pt>
                <c:pt idx="325">
                  <c:v>7.98</c:v>
                </c:pt>
                <c:pt idx="326">
                  <c:v>8.0399999999999991</c:v>
                </c:pt>
                <c:pt idx="327">
                  <c:v>8.39</c:v>
                </c:pt>
                <c:pt idx="328">
                  <c:v>8.5500000000000007</c:v>
                </c:pt>
                <c:pt idx="329">
                  <c:v>9.67</c:v>
                </c:pt>
                <c:pt idx="330">
                  <c:v>9.77</c:v>
                </c:pt>
                <c:pt idx="331">
                  <c:v>12</c:v>
                </c:pt>
                <c:pt idx="332">
                  <c:v>12.5</c:v>
                </c:pt>
                <c:pt idx="333">
                  <c:v>2.6</c:v>
                </c:pt>
                <c:pt idx="334">
                  <c:v>3.2</c:v>
                </c:pt>
                <c:pt idx="335">
                  <c:v>4.18</c:v>
                </c:pt>
                <c:pt idx="336">
                  <c:v>4.76</c:v>
                </c:pt>
                <c:pt idx="337">
                  <c:v>5.3</c:v>
                </c:pt>
                <c:pt idx="338">
                  <c:v>5.31</c:v>
                </c:pt>
                <c:pt idx="339">
                  <c:v>5.78</c:v>
                </c:pt>
                <c:pt idx="340">
                  <c:v>6.21</c:v>
                </c:pt>
                <c:pt idx="341">
                  <c:v>6.23</c:v>
                </c:pt>
                <c:pt idx="342">
                  <c:v>6.82</c:v>
                </c:pt>
                <c:pt idx="343">
                  <c:v>7.31</c:v>
                </c:pt>
                <c:pt idx="344">
                  <c:v>7.37</c:v>
                </c:pt>
                <c:pt idx="345">
                  <c:v>7.81</c:v>
                </c:pt>
                <c:pt idx="346">
                  <c:v>8.14</c:v>
                </c:pt>
                <c:pt idx="347">
                  <c:v>8.6300000000000008</c:v>
                </c:pt>
                <c:pt idx="348">
                  <c:v>8.91</c:v>
                </c:pt>
                <c:pt idx="349">
                  <c:v>9.2100000000000009</c:v>
                </c:pt>
                <c:pt idx="350">
                  <c:v>9.3000000000000007</c:v>
                </c:pt>
                <c:pt idx="351">
                  <c:v>9.68</c:v>
                </c:pt>
                <c:pt idx="352">
                  <c:v>10</c:v>
                </c:pt>
                <c:pt idx="353">
                  <c:v>11.8</c:v>
                </c:pt>
                <c:pt idx="354">
                  <c:v>1.6</c:v>
                </c:pt>
                <c:pt idx="355">
                  <c:v>4.1100000000000003</c:v>
                </c:pt>
                <c:pt idx="356">
                  <c:v>4.7</c:v>
                </c:pt>
                <c:pt idx="357">
                  <c:v>4.84</c:v>
                </c:pt>
                <c:pt idx="358">
                  <c:v>5.05</c:v>
                </c:pt>
                <c:pt idx="359">
                  <c:v>5.22</c:v>
                </c:pt>
                <c:pt idx="360">
                  <c:v>6.47</c:v>
                </c:pt>
                <c:pt idx="361">
                  <c:v>6.5</c:v>
                </c:pt>
                <c:pt idx="362">
                  <c:v>6.63</c:v>
                </c:pt>
                <c:pt idx="363">
                  <c:v>6.63</c:v>
                </c:pt>
                <c:pt idx="364">
                  <c:v>6.96</c:v>
                </c:pt>
                <c:pt idx="365">
                  <c:v>7.7</c:v>
                </c:pt>
                <c:pt idx="366">
                  <c:v>8.41</c:v>
                </c:pt>
                <c:pt idx="367">
                  <c:v>9.25</c:v>
                </c:pt>
                <c:pt idx="368">
                  <c:v>9.7799999999999994</c:v>
                </c:pt>
                <c:pt idx="369">
                  <c:v>11.3</c:v>
                </c:pt>
                <c:pt idx="370">
                  <c:v>11.4</c:v>
                </c:pt>
                <c:pt idx="371">
                  <c:v>4.1399999999999997</c:v>
                </c:pt>
                <c:pt idx="372">
                  <c:v>4.3899999999999997</c:v>
                </c:pt>
                <c:pt idx="373">
                  <c:v>5.29</c:v>
                </c:pt>
                <c:pt idx="374">
                  <c:v>5.34</c:v>
                </c:pt>
                <c:pt idx="375">
                  <c:v>5.39</c:v>
                </c:pt>
                <c:pt idx="376">
                  <c:v>6.93</c:v>
                </c:pt>
                <c:pt idx="377">
                  <c:v>7.21</c:v>
                </c:pt>
                <c:pt idx="378">
                  <c:v>7.27</c:v>
                </c:pt>
                <c:pt idx="379">
                  <c:v>7.41</c:v>
                </c:pt>
                <c:pt idx="380">
                  <c:v>7.58</c:v>
                </c:pt>
                <c:pt idx="381">
                  <c:v>7.6</c:v>
                </c:pt>
                <c:pt idx="382">
                  <c:v>7.97</c:v>
                </c:pt>
                <c:pt idx="383">
                  <c:v>8.86</c:v>
                </c:pt>
                <c:pt idx="384">
                  <c:v>9.27</c:v>
                </c:pt>
                <c:pt idx="385">
                  <c:v>9.49</c:v>
                </c:pt>
                <c:pt idx="386">
                  <c:v>9.8699999999999992</c:v>
                </c:pt>
                <c:pt idx="387">
                  <c:v>12.3</c:v>
                </c:pt>
                <c:pt idx="388">
                  <c:v>2.67</c:v>
                </c:pt>
                <c:pt idx="389">
                  <c:v>2.9</c:v>
                </c:pt>
                <c:pt idx="390">
                  <c:v>4.1500000000000004</c:v>
                </c:pt>
                <c:pt idx="391">
                  <c:v>4.8499999999999996</c:v>
                </c:pt>
                <c:pt idx="392">
                  <c:v>5.47</c:v>
                </c:pt>
                <c:pt idx="393">
                  <c:v>5.88</c:v>
                </c:pt>
                <c:pt idx="394">
                  <c:v>5.96</c:v>
                </c:pt>
                <c:pt idx="395">
                  <c:v>6.27</c:v>
                </c:pt>
                <c:pt idx="396">
                  <c:v>6.32</c:v>
                </c:pt>
                <c:pt idx="397">
                  <c:v>6.59</c:v>
                </c:pt>
                <c:pt idx="398">
                  <c:v>6.91</c:v>
                </c:pt>
                <c:pt idx="399">
                  <c:v>7.38</c:v>
                </c:pt>
                <c:pt idx="400">
                  <c:v>7.9</c:v>
                </c:pt>
                <c:pt idx="401">
                  <c:v>8.2899999999999991</c:v>
                </c:pt>
                <c:pt idx="402">
                  <c:v>9.02</c:v>
                </c:pt>
                <c:pt idx="403">
                  <c:v>12.2</c:v>
                </c:pt>
                <c:pt idx="404">
                  <c:v>2</c:v>
                </c:pt>
                <c:pt idx="405">
                  <c:v>3.7</c:v>
                </c:pt>
                <c:pt idx="406">
                  <c:v>4.1500000000000004</c:v>
                </c:pt>
                <c:pt idx="407">
                  <c:v>4.54</c:v>
                </c:pt>
                <c:pt idx="408">
                  <c:v>4.93</c:v>
                </c:pt>
                <c:pt idx="409">
                  <c:v>6.15</c:v>
                </c:pt>
                <c:pt idx="410">
                  <c:v>6.45</c:v>
                </c:pt>
                <c:pt idx="411">
                  <c:v>6.72</c:v>
                </c:pt>
                <c:pt idx="412">
                  <c:v>7.18</c:v>
                </c:pt>
                <c:pt idx="413">
                  <c:v>8.27</c:v>
                </c:pt>
                <c:pt idx="414">
                  <c:v>8.44</c:v>
                </c:pt>
                <c:pt idx="415">
                  <c:v>8.6</c:v>
                </c:pt>
                <c:pt idx="416">
                  <c:v>8.61</c:v>
                </c:pt>
                <c:pt idx="417">
                  <c:v>9.18</c:v>
                </c:pt>
                <c:pt idx="418">
                  <c:v>9.2200000000000006</c:v>
                </c:pt>
                <c:pt idx="419">
                  <c:v>9.24</c:v>
                </c:pt>
                <c:pt idx="420">
                  <c:v>12.1</c:v>
                </c:pt>
                <c:pt idx="421">
                  <c:v>12.2</c:v>
                </c:pt>
                <c:pt idx="422">
                  <c:v>4.13</c:v>
                </c:pt>
                <c:pt idx="423">
                  <c:v>4.55</c:v>
                </c:pt>
                <c:pt idx="424">
                  <c:v>4.6500000000000004</c:v>
                </c:pt>
                <c:pt idx="425">
                  <c:v>4.83</c:v>
                </c:pt>
                <c:pt idx="426">
                  <c:v>5.87</c:v>
                </c:pt>
                <c:pt idx="427">
                  <c:v>6.34</c:v>
                </c:pt>
                <c:pt idx="428">
                  <c:v>6.38</c:v>
                </c:pt>
                <c:pt idx="429">
                  <c:v>6.55</c:v>
                </c:pt>
                <c:pt idx="430">
                  <c:v>7.22</c:v>
                </c:pt>
                <c:pt idx="431">
                  <c:v>7.3</c:v>
                </c:pt>
                <c:pt idx="432">
                  <c:v>7.33</c:v>
                </c:pt>
                <c:pt idx="433">
                  <c:v>7.46</c:v>
                </c:pt>
                <c:pt idx="434">
                  <c:v>8.92</c:v>
                </c:pt>
                <c:pt idx="435">
                  <c:v>8.94</c:v>
                </c:pt>
                <c:pt idx="436">
                  <c:v>9</c:v>
                </c:pt>
                <c:pt idx="437">
                  <c:v>9.6</c:v>
                </c:pt>
                <c:pt idx="438">
                  <c:v>9.73</c:v>
                </c:pt>
                <c:pt idx="439">
                  <c:v>9.84</c:v>
                </c:pt>
                <c:pt idx="440">
                  <c:v>11.6</c:v>
                </c:pt>
                <c:pt idx="441">
                  <c:v>4.3099999999999996</c:v>
                </c:pt>
                <c:pt idx="442">
                  <c:v>6.24</c:v>
                </c:pt>
                <c:pt idx="443">
                  <c:v>6.31</c:v>
                </c:pt>
                <c:pt idx="444">
                  <c:v>7.19</c:v>
                </c:pt>
                <c:pt idx="445">
                  <c:v>7.3</c:v>
                </c:pt>
                <c:pt idx="446">
                  <c:v>7.38</c:v>
                </c:pt>
                <c:pt idx="447">
                  <c:v>7.48</c:v>
                </c:pt>
                <c:pt idx="448">
                  <c:v>8</c:v>
                </c:pt>
                <c:pt idx="449">
                  <c:v>8.68</c:v>
                </c:pt>
                <c:pt idx="450">
                  <c:v>8.8000000000000007</c:v>
                </c:pt>
                <c:pt idx="451">
                  <c:v>9.74</c:v>
                </c:pt>
                <c:pt idx="452">
                  <c:v>5.91</c:v>
                </c:pt>
                <c:pt idx="453">
                  <c:v>6.99</c:v>
                </c:pt>
                <c:pt idx="454">
                  <c:v>7.6</c:v>
                </c:pt>
                <c:pt idx="455">
                  <c:v>8.4700000000000006</c:v>
                </c:pt>
                <c:pt idx="456">
                  <c:v>8.6199999999999992</c:v>
                </c:pt>
                <c:pt idx="457">
                  <c:v>9.19</c:v>
                </c:pt>
                <c:pt idx="458">
                  <c:v>11</c:v>
                </c:pt>
                <c:pt idx="459">
                  <c:v>11.9</c:v>
                </c:pt>
                <c:pt idx="460">
                  <c:v>2</c:v>
                </c:pt>
                <c:pt idx="461">
                  <c:v>4.03</c:v>
                </c:pt>
                <c:pt idx="462">
                  <c:v>4.93</c:v>
                </c:pt>
                <c:pt idx="463">
                  <c:v>5.15</c:v>
                </c:pt>
                <c:pt idx="464">
                  <c:v>5.38</c:v>
                </c:pt>
                <c:pt idx="465">
                  <c:v>5.59</c:v>
                </c:pt>
                <c:pt idx="466">
                  <c:v>6.12</c:v>
                </c:pt>
                <c:pt idx="467">
                  <c:v>6.25</c:v>
                </c:pt>
                <c:pt idx="468">
                  <c:v>6.82</c:v>
                </c:pt>
                <c:pt idx="469">
                  <c:v>8.41</c:v>
                </c:pt>
                <c:pt idx="470">
                  <c:v>8.64</c:v>
                </c:pt>
                <c:pt idx="471">
                  <c:v>8.89</c:v>
                </c:pt>
                <c:pt idx="472">
                  <c:v>9.94</c:v>
                </c:pt>
                <c:pt idx="473">
                  <c:v>9.99</c:v>
                </c:pt>
                <c:pt idx="474">
                  <c:v>4.68</c:v>
                </c:pt>
                <c:pt idx="475">
                  <c:v>4.88</c:v>
                </c:pt>
                <c:pt idx="476">
                  <c:v>5.05</c:v>
                </c:pt>
                <c:pt idx="477">
                  <c:v>5.58</c:v>
                </c:pt>
                <c:pt idx="478">
                  <c:v>6.33</c:v>
                </c:pt>
                <c:pt idx="479">
                  <c:v>6.63</c:v>
                </c:pt>
                <c:pt idx="480">
                  <c:v>7.37</c:v>
                </c:pt>
                <c:pt idx="481">
                  <c:v>7.46</c:v>
                </c:pt>
                <c:pt idx="482">
                  <c:v>7.69</c:v>
                </c:pt>
                <c:pt idx="483">
                  <c:v>8.08</c:v>
                </c:pt>
                <c:pt idx="484">
                  <c:v>8.3800000000000008</c:v>
                </c:pt>
                <c:pt idx="485">
                  <c:v>8.74</c:v>
                </c:pt>
                <c:pt idx="486">
                  <c:v>9.07</c:v>
                </c:pt>
                <c:pt idx="487">
                  <c:v>9.33</c:v>
                </c:pt>
                <c:pt idx="488">
                  <c:v>9.56</c:v>
                </c:pt>
                <c:pt idx="489">
                  <c:v>12.4</c:v>
                </c:pt>
                <c:pt idx="490">
                  <c:v>1.9</c:v>
                </c:pt>
                <c:pt idx="491">
                  <c:v>4.24</c:v>
                </c:pt>
                <c:pt idx="492">
                  <c:v>5.2</c:v>
                </c:pt>
                <c:pt idx="493">
                  <c:v>5.77</c:v>
                </c:pt>
                <c:pt idx="494">
                  <c:v>5.86</c:v>
                </c:pt>
                <c:pt idx="495">
                  <c:v>5.98</c:v>
                </c:pt>
                <c:pt idx="496">
                  <c:v>6.71</c:v>
                </c:pt>
                <c:pt idx="497">
                  <c:v>6.94</c:v>
                </c:pt>
                <c:pt idx="498">
                  <c:v>6.97</c:v>
                </c:pt>
                <c:pt idx="499">
                  <c:v>7.25</c:v>
                </c:pt>
                <c:pt idx="500">
                  <c:v>7.25</c:v>
                </c:pt>
                <c:pt idx="501">
                  <c:v>8.11</c:v>
                </c:pt>
                <c:pt idx="502">
                  <c:v>8.49</c:v>
                </c:pt>
                <c:pt idx="503">
                  <c:v>8.8800000000000008</c:v>
                </c:pt>
                <c:pt idx="504">
                  <c:v>9.0299999999999994</c:v>
                </c:pt>
                <c:pt idx="505">
                  <c:v>9.35</c:v>
                </c:pt>
                <c:pt idx="506">
                  <c:v>9.99</c:v>
                </c:pt>
                <c:pt idx="507">
                  <c:v>11.3</c:v>
                </c:pt>
                <c:pt idx="508">
                  <c:v>12.8</c:v>
                </c:pt>
                <c:pt idx="509">
                  <c:v>2.2999999999999998</c:v>
                </c:pt>
                <c:pt idx="510">
                  <c:v>3.3</c:v>
                </c:pt>
                <c:pt idx="511">
                  <c:v>5.15</c:v>
                </c:pt>
                <c:pt idx="512">
                  <c:v>6.64</c:v>
                </c:pt>
                <c:pt idx="513">
                  <c:v>8.6</c:v>
                </c:pt>
                <c:pt idx="514">
                  <c:v>8.65</c:v>
                </c:pt>
                <c:pt idx="515">
                  <c:v>8.8000000000000007</c:v>
                </c:pt>
                <c:pt idx="516">
                  <c:v>9.44</c:v>
                </c:pt>
                <c:pt idx="517">
                  <c:v>3.6</c:v>
                </c:pt>
                <c:pt idx="518">
                  <c:v>4.28</c:v>
                </c:pt>
                <c:pt idx="519">
                  <c:v>4.57</c:v>
                </c:pt>
                <c:pt idx="520">
                  <c:v>4.75</c:v>
                </c:pt>
                <c:pt idx="521">
                  <c:v>4.92</c:v>
                </c:pt>
                <c:pt idx="522">
                  <c:v>5.5</c:v>
                </c:pt>
                <c:pt idx="523">
                  <c:v>6.02</c:v>
                </c:pt>
                <c:pt idx="524">
                  <c:v>6.82</c:v>
                </c:pt>
                <c:pt idx="525">
                  <c:v>6.92</c:v>
                </c:pt>
                <c:pt idx="526">
                  <c:v>7.21</c:v>
                </c:pt>
                <c:pt idx="527">
                  <c:v>7.31</c:v>
                </c:pt>
                <c:pt idx="528">
                  <c:v>7.34</c:v>
                </c:pt>
                <c:pt idx="529">
                  <c:v>7.81</c:v>
                </c:pt>
                <c:pt idx="530">
                  <c:v>8.2200000000000006</c:v>
                </c:pt>
                <c:pt idx="531">
                  <c:v>8.39</c:v>
                </c:pt>
                <c:pt idx="532">
                  <c:v>8.56</c:v>
                </c:pt>
                <c:pt idx="533">
                  <c:v>8.75</c:v>
                </c:pt>
                <c:pt idx="534">
                  <c:v>9.24</c:v>
                </c:pt>
                <c:pt idx="535">
                  <c:v>9.8800000000000008</c:v>
                </c:pt>
                <c:pt idx="536">
                  <c:v>2.1</c:v>
                </c:pt>
                <c:pt idx="537">
                  <c:v>3</c:v>
                </c:pt>
                <c:pt idx="538">
                  <c:v>5.38</c:v>
                </c:pt>
                <c:pt idx="539">
                  <c:v>5.47</c:v>
                </c:pt>
                <c:pt idx="540">
                  <c:v>7.07</c:v>
                </c:pt>
                <c:pt idx="541">
                  <c:v>7.98</c:v>
                </c:pt>
                <c:pt idx="542">
                  <c:v>8.02</c:v>
                </c:pt>
                <c:pt idx="543">
                  <c:v>8.93</c:v>
                </c:pt>
                <c:pt idx="544">
                  <c:v>12.5</c:v>
                </c:pt>
                <c:pt idx="545">
                  <c:v>4.4400000000000004</c:v>
                </c:pt>
                <c:pt idx="546">
                  <c:v>5.5</c:v>
                </c:pt>
                <c:pt idx="547">
                  <c:v>6.96</c:v>
                </c:pt>
                <c:pt idx="548">
                  <c:v>8.6999999999999993</c:v>
                </c:pt>
                <c:pt idx="549">
                  <c:v>9.2100000000000009</c:v>
                </c:pt>
                <c:pt idx="550">
                  <c:v>9.27</c:v>
                </c:pt>
                <c:pt idx="551">
                  <c:v>10.6</c:v>
                </c:pt>
                <c:pt idx="552">
                  <c:v>12.1</c:v>
                </c:pt>
                <c:pt idx="553">
                  <c:v>4.6399999999999997</c:v>
                </c:pt>
                <c:pt idx="554">
                  <c:v>5.14</c:v>
                </c:pt>
                <c:pt idx="555">
                  <c:v>5.74</c:v>
                </c:pt>
                <c:pt idx="556">
                  <c:v>7.05</c:v>
                </c:pt>
                <c:pt idx="557">
                  <c:v>8.19</c:v>
                </c:pt>
                <c:pt idx="558">
                  <c:v>8.68</c:v>
                </c:pt>
                <c:pt idx="559">
                  <c:v>9.23</c:v>
                </c:pt>
                <c:pt idx="560">
                  <c:v>11.1</c:v>
                </c:pt>
                <c:pt idx="561">
                  <c:v>11.7</c:v>
                </c:pt>
                <c:pt idx="562">
                  <c:v>12.5</c:v>
                </c:pt>
                <c:pt idx="563">
                  <c:v>12.5</c:v>
                </c:pt>
                <c:pt idx="564">
                  <c:v>3.3</c:v>
                </c:pt>
                <c:pt idx="565">
                  <c:v>5.61</c:v>
                </c:pt>
                <c:pt idx="566">
                  <c:v>6.71</c:v>
                </c:pt>
                <c:pt idx="567">
                  <c:v>6.73</c:v>
                </c:pt>
                <c:pt idx="568">
                  <c:v>7.06</c:v>
                </c:pt>
                <c:pt idx="569">
                  <c:v>7.33</c:v>
                </c:pt>
                <c:pt idx="570">
                  <c:v>7.52</c:v>
                </c:pt>
                <c:pt idx="571">
                  <c:v>7.67</c:v>
                </c:pt>
                <c:pt idx="572">
                  <c:v>7.68</c:v>
                </c:pt>
                <c:pt idx="573">
                  <c:v>8.68</c:v>
                </c:pt>
                <c:pt idx="574">
                  <c:v>4</c:v>
                </c:pt>
                <c:pt idx="575">
                  <c:v>4.68</c:v>
                </c:pt>
                <c:pt idx="576">
                  <c:v>5.03</c:v>
                </c:pt>
                <c:pt idx="577">
                  <c:v>5.56</c:v>
                </c:pt>
                <c:pt idx="578">
                  <c:v>6.23</c:v>
                </c:pt>
                <c:pt idx="579">
                  <c:v>7</c:v>
                </c:pt>
                <c:pt idx="580">
                  <c:v>8.85</c:v>
                </c:pt>
                <c:pt idx="581">
                  <c:v>9.01</c:v>
                </c:pt>
                <c:pt idx="582">
                  <c:v>9.18</c:v>
                </c:pt>
                <c:pt idx="583">
                  <c:v>9.27</c:v>
                </c:pt>
                <c:pt idx="584">
                  <c:v>3.3</c:v>
                </c:pt>
                <c:pt idx="585">
                  <c:v>5.67</c:v>
                </c:pt>
                <c:pt idx="586">
                  <c:v>6.44</c:v>
                </c:pt>
                <c:pt idx="587">
                  <c:v>8.7899999999999991</c:v>
                </c:pt>
                <c:pt idx="588">
                  <c:v>9.9600000000000009</c:v>
                </c:pt>
                <c:pt idx="589">
                  <c:v>10.3</c:v>
                </c:pt>
                <c:pt idx="590">
                  <c:v>4.59</c:v>
                </c:pt>
                <c:pt idx="591">
                  <c:v>6.06</c:v>
                </c:pt>
                <c:pt idx="592">
                  <c:v>8.7100000000000009</c:v>
                </c:pt>
                <c:pt idx="593">
                  <c:v>11.8</c:v>
                </c:pt>
                <c:pt idx="594">
                  <c:v>5.45</c:v>
                </c:pt>
                <c:pt idx="595">
                  <c:v>7.22</c:v>
                </c:pt>
                <c:pt idx="596">
                  <c:v>8.14</c:v>
                </c:pt>
                <c:pt idx="597">
                  <c:v>9.4700000000000006</c:v>
                </c:pt>
                <c:pt idx="598">
                  <c:v>9.6199999999999992</c:v>
                </c:pt>
                <c:pt idx="599">
                  <c:v>9.93</c:v>
                </c:pt>
                <c:pt idx="600">
                  <c:v>12.2</c:v>
                </c:pt>
                <c:pt idx="601">
                  <c:v>3.6</c:v>
                </c:pt>
                <c:pt idx="602">
                  <c:v>4.5</c:v>
                </c:pt>
                <c:pt idx="603">
                  <c:v>5.03</c:v>
                </c:pt>
                <c:pt idx="604">
                  <c:v>5.23</c:v>
                </c:pt>
                <c:pt idx="605">
                  <c:v>6.36</c:v>
                </c:pt>
                <c:pt idx="606">
                  <c:v>7.59</c:v>
                </c:pt>
                <c:pt idx="607">
                  <c:v>9.2100000000000009</c:v>
                </c:pt>
                <c:pt idx="608">
                  <c:v>4</c:v>
                </c:pt>
                <c:pt idx="609">
                  <c:v>4.6900000000000004</c:v>
                </c:pt>
                <c:pt idx="610">
                  <c:v>5.53</c:v>
                </c:pt>
                <c:pt idx="611">
                  <c:v>5.86</c:v>
                </c:pt>
                <c:pt idx="612">
                  <c:v>5.93</c:v>
                </c:pt>
                <c:pt idx="613">
                  <c:v>6.09</c:v>
                </c:pt>
                <c:pt idx="614">
                  <c:v>6.23</c:v>
                </c:pt>
                <c:pt idx="615">
                  <c:v>6.78</c:v>
                </c:pt>
                <c:pt idx="616">
                  <c:v>9.58</c:v>
                </c:pt>
                <c:pt idx="617">
                  <c:v>4</c:v>
                </c:pt>
                <c:pt idx="618">
                  <c:v>5.61</c:v>
                </c:pt>
                <c:pt idx="619">
                  <c:v>6.69</c:v>
                </c:pt>
                <c:pt idx="620">
                  <c:v>6.76</c:v>
                </c:pt>
                <c:pt idx="621">
                  <c:v>7.37</c:v>
                </c:pt>
                <c:pt idx="622">
                  <c:v>1.7</c:v>
                </c:pt>
                <c:pt idx="623">
                  <c:v>5.21</c:v>
                </c:pt>
                <c:pt idx="624">
                  <c:v>5.58</c:v>
                </c:pt>
                <c:pt idx="625">
                  <c:v>6.18</c:v>
                </c:pt>
                <c:pt idx="626">
                  <c:v>8.42</c:v>
                </c:pt>
                <c:pt idx="627">
                  <c:v>4.96</c:v>
                </c:pt>
                <c:pt idx="628">
                  <c:v>5.25</c:v>
                </c:pt>
                <c:pt idx="629">
                  <c:v>6.46</c:v>
                </c:pt>
                <c:pt idx="630">
                  <c:v>6.86</c:v>
                </c:pt>
                <c:pt idx="631">
                  <c:v>7.45</c:v>
                </c:pt>
                <c:pt idx="632">
                  <c:v>7.45</c:v>
                </c:pt>
                <c:pt idx="633">
                  <c:v>8.34</c:v>
                </c:pt>
                <c:pt idx="634">
                  <c:v>11.5</c:v>
                </c:pt>
                <c:pt idx="635">
                  <c:v>4.03</c:v>
                </c:pt>
                <c:pt idx="636">
                  <c:v>4.1399999999999997</c:v>
                </c:pt>
                <c:pt idx="637">
                  <c:v>5.58</c:v>
                </c:pt>
                <c:pt idx="638">
                  <c:v>6.17</c:v>
                </c:pt>
                <c:pt idx="639">
                  <c:v>8.0500000000000007</c:v>
                </c:pt>
                <c:pt idx="640">
                  <c:v>8.7200000000000006</c:v>
                </c:pt>
                <c:pt idx="641">
                  <c:v>4.32</c:v>
                </c:pt>
                <c:pt idx="642">
                  <c:v>7.58</c:v>
                </c:pt>
                <c:pt idx="643">
                  <c:v>9.6199999999999992</c:v>
                </c:pt>
                <c:pt idx="644">
                  <c:v>8.69</c:v>
                </c:pt>
                <c:pt idx="645">
                  <c:v>6.51</c:v>
                </c:pt>
                <c:pt idx="646">
                  <c:v>2.7</c:v>
                </c:pt>
                <c:pt idx="647">
                  <c:v>5.85</c:v>
                </c:pt>
                <c:pt idx="648">
                  <c:v>5.96</c:v>
                </c:pt>
                <c:pt idx="649">
                  <c:v>13</c:v>
                </c:pt>
                <c:pt idx="650">
                  <c:v>5.36</c:v>
                </c:pt>
                <c:pt idx="651">
                  <c:v>8.5399999999999991</c:v>
                </c:pt>
                <c:pt idx="652">
                  <c:v>4.6900000000000004</c:v>
                </c:pt>
                <c:pt idx="653">
                  <c:v>9.91</c:v>
                </c:pt>
                <c:pt idx="654">
                  <c:v>8.5500000000000007</c:v>
                </c:pt>
                <c:pt idx="655">
                  <c:v>8.08</c:v>
                </c:pt>
                <c:pt idx="656">
                  <c:v>4.17</c:v>
                </c:pt>
                <c:pt idx="657">
                  <c:v>5.34</c:v>
                </c:pt>
                <c:pt idx="658">
                  <c:v>4.37</c:v>
                </c:pt>
                <c:pt idx="659">
                  <c:v>6.65</c:v>
                </c:pt>
              </c:numCache>
            </c:numRef>
          </c:xVal>
          <c:yVal>
            <c:numRef>
              <c:f>'[Tableau^Mde^Mbord^M-^Metudiant-^MFévrier.xlsx]DATA Février (clients affiliés)'!$C$2:$C$661</c:f>
              <c:numCache>
                <c:formatCode>_-* #\ ##0.00\ "€"_-;\-* #\ ##0.00\ "€"_-;_-* "-"??\ "€"_-;_-@</c:formatCode>
                <c:ptCount val="660"/>
                <c:pt idx="0">
                  <c:v>31.37</c:v>
                </c:pt>
                <c:pt idx="1">
                  <c:v>46.9</c:v>
                </c:pt>
                <c:pt idx="2">
                  <c:v>37.46</c:v>
                </c:pt>
                <c:pt idx="3">
                  <c:v>52.45</c:v>
                </c:pt>
                <c:pt idx="4">
                  <c:v>36.57</c:v>
                </c:pt>
                <c:pt idx="5">
                  <c:v>44.64</c:v>
                </c:pt>
                <c:pt idx="6">
                  <c:v>64.599999999999994</c:v>
                </c:pt>
                <c:pt idx="7">
                  <c:v>53.17</c:v>
                </c:pt>
                <c:pt idx="8">
                  <c:v>67.66</c:v>
                </c:pt>
                <c:pt idx="9">
                  <c:v>33.03</c:v>
                </c:pt>
                <c:pt idx="10">
                  <c:v>51.67</c:v>
                </c:pt>
                <c:pt idx="11">
                  <c:v>51</c:v>
                </c:pt>
                <c:pt idx="12">
                  <c:v>80.31</c:v>
                </c:pt>
                <c:pt idx="13">
                  <c:v>66.72</c:v>
                </c:pt>
                <c:pt idx="14">
                  <c:v>89.46</c:v>
                </c:pt>
                <c:pt idx="15">
                  <c:v>36.99</c:v>
                </c:pt>
                <c:pt idx="16">
                  <c:v>86.36</c:v>
                </c:pt>
                <c:pt idx="17">
                  <c:v>90.99</c:v>
                </c:pt>
                <c:pt idx="18">
                  <c:v>94.71</c:v>
                </c:pt>
                <c:pt idx="19">
                  <c:v>99.73</c:v>
                </c:pt>
                <c:pt idx="20">
                  <c:v>90.66</c:v>
                </c:pt>
                <c:pt idx="21">
                  <c:v>38.1</c:v>
                </c:pt>
                <c:pt idx="22">
                  <c:v>47.04</c:v>
                </c:pt>
                <c:pt idx="23">
                  <c:v>51.14</c:v>
                </c:pt>
                <c:pt idx="24">
                  <c:v>51.33</c:v>
                </c:pt>
                <c:pt idx="25">
                  <c:v>67.36</c:v>
                </c:pt>
                <c:pt idx="26">
                  <c:v>72.25</c:v>
                </c:pt>
                <c:pt idx="27">
                  <c:v>118.54</c:v>
                </c:pt>
                <c:pt idx="28">
                  <c:v>94.26</c:v>
                </c:pt>
                <c:pt idx="29">
                  <c:v>95.73</c:v>
                </c:pt>
                <c:pt idx="30">
                  <c:v>63.38</c:v>
                </c:pt>
                <c:pt idx="31">
                  <c:v>56.59</c:v>
                </c:pt>
                <c:pt idx="32">
                  <c:v>40.79</c:v>
                </c:pt>
                <c:pt idx="33">
                  <c:v>75.459999999999994</c:v>
                </c:pt>
                <c:pt idx="34">
                  <c:v>72.349999999999994</c:v>
                </c:pt>
                <c:pt idx="35">
                  <c:v>103.09</c:v>
                </c:pt>
                <c:pt idx="36">
                  <c:v>22.81</c:v>
                </c:pt>
                <c:pt idx="37">
                  <c:v>51.67</c:v>
                </c:pt>
                <c:pt idx="38">
                  <c:v>57.95</c:v>
                </c:pt>
                <c:pt idx="39">
                  <c:v>39.72</c:v>
                </c:pt>
                <c:pt idx="40">
                  <c:v>71.98</c:v>
                </c:pt>
                <c:pt idx="41">
                  <c:v>61.9</c:v>
                </c:pt>
                <c:pt idx="42">
                  <c:v>54.74</c:v>
                </c:pt>
                <c:pt idx="43">
                  <c:v>62.93</c:v>
                </c:pt>
                <c:pt idx="44">
                  <c:v>36.71</c:v>
                </c:pt>
                <c:pt idx="45">
                  <c:v>69.099999999999994</c:v>
                </c:pt>
                <c:pt idx="46">
                  <c:v>60.49</c:v>
                </c:pt>
                <c:pt idx="47">
                  <c:v>66.650000000000006</c:v>
                </c:pt>
                <c:pt idx="48">
                  <c:v>87.01</c:v>
                </c:pt>
                <c:pt idx="49">
                  <c:v>67.260000000000005</c:v>
                </c:pt>
                <c:pt idx="50">
                  <c:v>38.9</c:v>
                </c:pt>
                <c:pt idx="51">
                  <c:v>9.23</c:v>
                </c:pt>
                <c:pt idx="52">
                  <c:v>62.92</c:v>
                </c:pt>
                <c:pt idx="53">
                  <c:v>52.36</c:v>
                </c:pt>
                <c:pt idx="54">
                  <c:v>71.599999999999994</c:v>
                </c:pt>
                <c:pt idx="55">
                  <c:v>63.74</c:v>
                </c:pt>
                <c:pt idx="56">
                  <c:v>72.540000000000006</c:v>
                </c:pt>
                <c:pt idx="57">
                  <c:v>77.84</c:v>
                </c:pt>
                <c:pt idx="58">
                  <c:v>70.38</c:v>
                </c:pt>
                <c:pt idx="59">
                  <c:v>11.95</c:v>
                </c:pt>
                <c:pt idx="60">
                  <c:v>21.98</c:v>
                </c:pt>
                <c:pt idx="61">
                  <c:v>20.170000000000002</c:v>
                </c:pt>
                <c:pt idx="62">
                  <c:v>76.47</c:v>
                </c:pt>
                <c:pt idx="63">
                  <c:v>66.86</c:v>
                </c:pt>
                <c:pt idx="64">
                  <c:v>56.39</c:v>
                </c:pt>
                <c:pt idx="65">
                  <c:v>40.15</c:v>
                </c:pt>
                <c:pt idx="66">
                  <c:v>54.95</c:v>
                </c:pt>
                <c:pt idx="67">
                  <c:v>57.18</c:v>
                </c:pt>
                <c:pt idx="68">
                  <c:v>57.16</c:v>
                </c:pt>
                <c:pt idx="69">
                  <c:v>54.28</c:v>
                </c:pt>
                <c:pt idx="70">
                  <c:v>66.209999999999994</c:v>
                </c:pt>
                <c:pt idx="71">
                  <c:v>65.260000000000005</c:v>
                </c:pt>
                <c:pt idx="72">
                  <c:v>79.349999999999994</c:v>
                </c:pt>
                <c:pt idx="73">
                  <c:v>47.91</c:v>
                </c:pt>
                <c:pt idx="74">
                  <c:v>80.989999999999995</c:v>
                </c:pt>
                <c:pt idx="75">
                  <c:v>52.93</c:v>
                </c:pt>
                <c:pt idx="76">
                  <c:v>24.61</c:v>
                </c:pt>
                <c:pt idx="77">
                  <c:v>53.52</c:v>
                </c:pt>
                <c:pt idx="78">
                  <c:v>46.17</c:v>
                </c:pt>
                <c:pt idx="79">
                  <c:v>50.18</c:v>
                </c:pt>
                <c:pt idx="80">
                  <c:v>89.98</c:v>
                </c:pt>
                <c:pt idx="81">
                  <c:v>73.45</c:v>
                </c:pt>
                <c:pt idx="82">
                  <c:v>55.73</c:v>
                </c:pt>
                <c:pt idx="83">
                  <c:v>63.34</c:v>
                </c:pt>
                <c:pt idx="84">
                  <c:v>22.59</c:v>
                </c:pt>
                <c:pt idx="85">
                  <c:v>51.99</c:v>
                </c:pt>
                <c:pt idx="86">
                  <c:v>51.98</c:v>
                </c:pt>
                <c:pt idx="87">
                  <c:v>50.74</c:v>
                </c:pt>
                <c:pt idx="88">
                  <c:v>34.409999999999997</c:v>
                </c:pt>
                <c:pt idx="89">
                  <c:v>30.81</c:v>
                </c:pt>
                <c:pt idx="90">
                  <c:v>45.76</c:v>
                </c:pt>
                <c:pt idx="91">
                  <c:v>50.27</c:v>
                </c:pt>
                <c:pt idx="92">
                  <c:v>47.5</c:v>
                </c:pt>
                <c:pt idx="93">
                  <c:v>76.010000000000005</c:v>
                </c:pt>
                <c:pt idx="94">
                  <c:v>47.74</c:v>
                </c:pt>
                <c:pt idx="95">
                  <c:v>70.040000000000006</c:v>
                </c:pt>
                <c:pt idx="96">
                  <c:v>89.07</c:v>
                </c:pt>
                <c:pt idx="97">
                  <c:v>82.68</c:v>
                </c:pt>
                <c:pt idx="98">
                  <c:v>80.03</c:v>
                </c:pt>
                <c:pt idx="99">
                  <c:v>50.61</c:v>
                </c:pt>
                <c:pt idx="100">
                  <c:v>43.55</c:v>
                </c:pt>
                <c:pt idx="101">
                  <c:v>29.99</c:v>
                </c:pt>
                <c:pt idx="102">
                  <c:v>21.46</c:v>
                </c:pt>
                <c:pt idx="103">
                  <c:v>20.309999999999999</c:v>
                </c:pt>
                <c:pt idx="104">
                  <c:v>44.95</c:v>
                </c:pt>
                <c:pt idx="105">
                  <c:v>57.47</c:v>
                </c:pt>
                <c:pt idx="106">
                  <c:v>37.07</c:v>
                </c:pt>
                <c:pt idx="107">
                  <c:v>87.42</c:v>
                </c:pt>
                <c:pt idx="108">
                  <c:v>47.98</c:v>
                </c:pt>
                <c:pt idx="109">
                  <c:v>56.66</c:v>
                </c:pt>
                <c:pt idx="110">
                  <c:v>62.96</c:v>
                </c:pt>
                <c:pt idx="111">
                  <c:v>79.25</c:v>
                </c:pt>
                <c:pt idx="112">
                  <c:v>51.12</c:v>
                </c:pt>
                <c:pt idx="113">
                  <c:v>42.98</c:v>
                </c:pt>
                <c:pt idx="114">
                  <c:v>64.5</c:v>
                </c:pt>
                <c:pt idx="115">
                  <c:v>22.47</c:v>
                </c:pt>
                <c:pt idx="116">
                  <c:v>47.61</c:v>
                </c:pt>
                <c:pt idx="117">
                  <c:v>50.62</c:v>
                </c:pt>
                <c:pt idx="118">
                  <c:v>52.51</c:v>
                </c:pt>
                <c:pt idx="119">
                  <c:v>77.39</c:v>
                </c:pt>
                <c:pt idx="120">
                  <c:v>31.1</c:v>
                </c:pt>
                <c:pt idx="121">
                  <c:v>34.53</c:v>
                </c:pt>
                <c:pt idx="122">
                  <c:v>50.93</c:v>
                </c:pt>
                <c:pt idx="123">
                  <c:v>45.92</c:v>
                </c:pt>
                <c:pt idx="124">
                  <c:v>83.08</c:v>
                </c:pt>
                <c:pt idx="125">
                  <c:v>61.19</c:v>
                </c:pt>
                <c:pt idx="126">
                  <c:v>68.91</c:v>
                </c:pt>
                <c:pt idx="127">
                  <c:v>68.02</c:v>
                </c:pt>
                <c:pt idx="128">
                  <c:v>14</c:v>
                </c:pt>
                <c:pt idx="129">
                  <c:v>82.05</c:v>
                </c:pt>
                <c:pt idx="130">
                  <c:v>43.81</c:v>
                </c:pt>
                <c:pt idx="131">
                  <c:v>37.39</c:v>
                </c:pt>
                <c:pt idx="132">
                  <c:v>35.58</c:v>
                </c:pt>
                <c:pt idx="133">
                  <c:v>61.28</c:v>
                </c:pt>
                <c:pt idx="134">
                  <c:v>70.489999999999995</c:v>
                </c:pt>
                <c:pt idx="135">
                  <c:v>55.07</c:v>
                </c:pt>
                <c:pt idx="136">
                  <c:v>67.95</c:v>
                </c:pt>
                <c:pt idx="137">
                  <c:v>76.959999999999994</c:v>
                </c:pt>
                <c:pt idx="138">
                  <c:v>51.82</c:v>
                </c:pt>
                <c:pt idx="139">
                  <c:v>34.97</c:v>
                </c:pt>
                <c:pt idx="140">
                  <c:v>27.84</c:v>
                </c:pt>
                <c:pt idx="141">
                  <c:v>52.61</c:v>
                </c:pt>
                <c:pt idx="142">
                  <c:v>43.41</c:v>
                </c:pt>
                <c:pt idx="143">
                  <c:v>78.2</c:v>
                </c:pt>
                <c:pt idx="144">
                  <c:v>58.85</c:v>
                </c:pt>
                <c:pt idx="145">
                  <c:v>79.67</c:v>
                </c:pt>
                <c:pt idx="146">
                  <c:v>77.290000000000006</c:v>
                </c:pt>
                <c:pt idx="147">
                  <c:v>66.22</c:v>
                </c:pt>
                <c:pt idx="148">
                  <c:v>85.03</c:v>
                </c:pt>
                <c:pt idx="149">
                  <c:v>35.380000000000003</c:v>
                </c:pt>
                <c:pt idx="150">
                  <c:v>84.49</c:v>
                </c:pt>
                <c:pt idx="151">
                  <c:v>79.900000000000006</c:v>
                </c:pt>
                <c:pt idx="152">
                  <c:v>82.07</c:v>
                </c:pt>
                <c:pt idx="153">
                  <c:v>9.8000000000000007</c:v>
                </c:pt>
                <c:pt idx="154">
                  <c:v>35.78</c:v>
                </c:pt>
                <c:pt idx="155">
                  <c:v>65.36</c:v>
                </c:pt>
                <c:pt idx="156">
                  <c:v>76.37</c:v>
                </c:pt>
                <c:pt idx="157">
                  <c:v>43.32</c:v>
                </c:pt>
                <c:pt idx="158">
                  <c:v>68.12</c:v>
                </c:pt>
                <c:pt idx="159">
                  <c:v>54.56</c:v>
                </c:pt>
                <c:pt idx="160">
                  <c:v>53.4</c:v>
                </c:pt>
                <c:pt idx="161">
                  <c:v>47.37</c:v>
                </c:pt>
                <c:pt idx="162">
                  <c:v>82.31</c:v>
                </c:pt>
                <c:pt idx="163">
                  <c:v>73.02</c:v>
                </c:pt>
                <c:pt idx="164">
                  <c:v>71.150000000000006</c:v>
                </c:pt>
                <c:pt idx="165">
                  <c:v>100.72</c:v>
                </c:pt>
                <c:pt idx="166">
                  <c:v>83.73</c:v>
                </c:pt>
                <c:pt idx="167">
                  <c:v>77.13</c:v>
                </c:pt>
                <c:pt idx="168">
                  <c:v>120.86</c:v>
                </c:pt>
                <c:pt idx="169">
                  <c:v>63</c:v>
                </c:pt>
                <c:pt idx="170">
                  <c:v>35.799999999999997</c:v>
                </c:pt>
                <c:pt idx="171">
                  <c:v>48.26</c:v>
                </c:pt>
                <c:pt idx="172">
                  <c:v>56.36</c:v>
                </c:pt>
                <c:pt idx="173">
                  <c:v>63.52</c:v>
                </c:pt>
                <c:pt idx="174">
                  <c:v>55.42</c:v>
                </c:pt>
                <c:pt idx="175">
                  <c:v>115.29</c:v>
                </c:pt>
                <c:pt idx="176">
                  <c:v>83.38</c:v>
                </c:pt>
                <c:pt idx="177">
                  <c:v>89.08</c:v>
                </c:pt>
                <c:pt idx="178">
                  <c:v>69.040000000000006</c:v>
                </c:pt>
                <c:pt idx="179">
                  <c:v>90.42</c:v>
                </c:pt>
                <c:pt idx="180">
                  <c:v>53.41</c:v>
                </c:pt>
                <c:pt idx="181">
                  <c:v>64.83</c:v>
                </c:pt>
                <c:pt idx="182">
                  <c:v>79.23</c:v>
                </c:pt>
                <c:pt idx="183">
                  <c:v>29.17</c:v>
                </c:pt>
                <c:pt idx="184">
                  <c:v>42.46</c:v>
                </c:pt>
                <c:pt idx="185">
                  <c:v>40.880000000000003</c:v>
                </c:pt>
                <c:pt idx="186">
                  <c:v>80.13</c:v>
                </c:pt>
                <c:pt idx="187">
                  <c:v>67.25</c:v>
                </c:pt>
                <c:pt idx="188">
                  <c:v>55.41</c:v>
                </c:pt>
                <c:pt idx="189">
                  <c:v>52.93</c:v>
                </c:pt>
                <c:pt idx="190">
                  <c:v>61.02</c:v>
                </c:pt>
                <c:pt idx="191">
                  <c:v>61.63</c:v>
                </c:pt>
                <c:pt idx="192">
                  <c:v>29.32</c:v>
                </c:pt>
                <c:pt idx="193">
                  <c:v>52.07</c:v>
                </c:pt>
                <c:pt idx="194">
                  <c:v>59.62</c:v>
                </c:pt>
                <c:pt idx="195">
                  <c:v>55.39</c:v>
                </c:pt>
                <c:pt idx="196">
                  <c:v>88.16</c:v>
                </c:pt>
                <c:pt idx="197">
                  <c:v>87.63</c:v>
                </c:pt>
                <c:pt idx="198">
                  <c:v>45.79</c:v>
                </c:pt>
                <c:pt idx="199">
                  <c:v>42.51</c:v>
                </c:pt>
                <c:pt idx="200">
                  <c:v>70</c:v>
                </c:pt>
                <c:pt idx="201">
                  <c:v>52.51</c:v>
                </c:pt>
                <c:pt idx="202">
                  <c:v>48.8</c:v>
                </c:pt>
                <c:pt idx="203">
                  <c:v>52.84</c:v>
                </c:pt>
                <c:pt idx="204">
                  <c:v>60.5</c:v>
                </c:pt>
                <c:pt idx="205">
                  <c:v>81.88</c:v>
                </c:pt>
                <c:pt idx="206">
                  <c:v>53.57</c:v>
                </c:pt>
                <c:pt idx="207">
                  <c:v>75.03</c:v>
                </c:pt>
                <c:pt idx="208">
                  <c:v>73.78</c:v>
                </c:pt>
                <c:pt idx="209">
                  <c:v>77.16</c:v>
                </c:pt>
                <c:pt idx="210">
                  <c:v>72.72</c:v>
                </c:pt>
                <c:pt idx="211">
                  <c:v>76.39</c:v>
                </c:pt>
                <c:pt idx="212">
                  <c:v>75.739999999999995</c:v>
                </c:pt>
                <c:pt idx="213">
                  <c:v>100.82</c:v>
                </c:pt>
                <c:pt idx="214">
                  <c:v>31.65</c:v>
                </c:pt>
                <c:pt idx="215">
                  <c:v>50.34</c:v>
                </c:pt>
                <c:pt idx="216">
                  <c:v>23.5</c:v>
                </c:pt>
                <c:pt idx="217">
                  <c:v>37.869999999999997</c:v>
                </c:pt>
                <c:pt idx="218">
                  <c:v>47.22</c:v>
                </c:pt>
                <c:pt idx="219">
                  <c:v>33.18</c:v>
                </c:pt>
                <c:pt idx="220">
                  <c:v>26.77</c:v>
                </c:pt>
                <c:pt idx="221">
                  <c:v>64.61</c:v>
                </c:pt>
                <c:pt idx="222">
                  <c:v>66.13</c:v>
                </c:pt>
                <c:pt idx="223">
                  <c:v>58.01</c:v>
                </c:pt>
                <c:pt idx="224">
                  <c:v>75.430000000000007</c:v>
                </c:pt>
                <c:pt idx="225">
                  <c:v>34.770000000000003</c:v>
                </c:pt>
                <c:pt idx="226">
                  <c:v>61.87</c:v>
                </c:pt>
                <c:pt idx="227">
                  <c:v>89.68</c:v>
                </c:pt>
                <c:pt idx="228">
                  <c:v>30.68</c:v>
                </c:pt>
                <c:pt idx="229">
                  <c:v>34.049999999999997</c:v>
                </c:pt>
                <c:pt idx="230">
                  <c:v>76.27</c:v>
                </c:pt>
                <c:pt idx="231">
                  <c:v>58.17</c:v>
                </c:pt>
                <c:pt idx="232">
                  <c:v>63.1</c:v>
                </c:pt>
                <c:pt idx="233">
                  <c:v>53.41</c:v>
                </c:pt>
                <c:pt idx="234">
                  <c:v>45.66</c:v>
                </c:pt>
                <c:pt idx="235">
                  <c:v>74.41</c:v>
                </c:pt>
                <c:pt idx="236">
                  <c:v>79.989999999999995</c:v>
                </c:pt>
                <c:pt idx="237">
                  <c:v>57.02</c:v>
                </c:pt>
                <c:pt idx="238">
                  <c:v>80.430000000000007</c:v>
                </c:pt>
                <c:pt idx="239">
                  <c:v>57.42</c:v>
                </c:pt>
                <c:pt idx="240">
                  <c:v>63.91</c:v>
                </c:pt>
                <c:pt idx="241">
                  <c:v>104.75</c:v>
                </c:pt>
                <c:pt idx="242">
                  <c:v>64.02</c:v>
                </c:pt>
                <c:pt idx="243">
                  <c:v>41.23</c:v>
                </c:pt>
                <c:pt idx="244">
                  <c:v>68.260000000000005</c:v>
                </c:pt>
                <c:pt idx="245">
                  <c:v>95.17</c:v>
                </c:pt>
                <c:pt idx="246">
                  <c:v>23.33</c:v>
                </c:pt>
                <c:pt idx="247">
                  <c:v>44.29</c:v>
                </c:pt>
                <c:pt idx="248">
                  <c:v>43.75</c:v>
                </c:pt>
                <c:pt idx="249">
                  <c:v>62.98</c:v>
                </c:pt>
                <c:pt idx="250">
                  <c:v>64.69</c:v>
                </c:pt>
                <c:pt idx="251">
                  <c:v>55.21</c:v>
                </c:pt>
                <c:pt idx="252">
                  <c:v>78.58</c:v>
                </c:pt>
                <c:pt idx="253">
                  <c:v>57.6</c:v>
                </c:pt>
                <c:pt idx="254">
                  <c:v>57.83</c:v>
                </c:pt>
                <c:pt idx="255">
                  <c:v>85.37</c:v>
                </c:pt>
                <c:pt idx="256">
                  <c:v>45.83</c:v>
                </c:pt>
                <c:pt idx="257">
                  <c:v>43.95</c:v>
                </c:pt>
                <c:pt idx="258">
                  <c:v>45.65</c:v>
                </c:pt>
                <c:pt idx="259">
                  <c:v>49.24</c:v>
                </c:pt>
                <c:pt idx="260">
                  <c:v>67.23</c:v>
                </c:pt>
                <c:pt idx="261">
                  <c:v>55.31</c:v>
                </c:pt>
                <c:pt idx="262">
                  <c:v>69.86</c:v>
                </c:pt>
                <c:pt idx="263">
                  <c:v>65.84</c:v>
                </c:pt>
                <c:pt idx="264">
                  <c:v>68.069999999999993</c:v>
                </c:pt>
                <c:pt idx="265">
                  <c:v>72.510000000000005</c:v>
                </c:pt>
                <c:pt idx="266">
                  <c:v>84.28</c:v>
                </c:pt>
                <c:pt idx="267">
                  <c:v>82.02</c:v>
                </c:pt>
                <c:pt idx="268">
                  <c:v>99.6</c:v>
                </c:pt>
                <c:pt idx="269">
                  <c:v>96.74</c:v>
                </c:pt>
                <c:pt idx="270">
                  <c:v>88.57</c:v>
                </c:pt>
                <c:pt idx="271">
                  <c:v>11.14</c:v>
                </c:pt>
                <c:pt idx="272">
                  <c:v>49.27</c:v>
                </c:pt>
                <c:pt idx="273">
                  <c:v>39.58</c:v>
                </c:pt>
                <c:pt idx="274">
                  <c:v>50.33</c:v>
                </c:pt>
                <c:pt idx="275">
                  <c:v>21.1</c:v>
                </c:pt>
                <c:pt idx="276">
                  <c:v>41.34</c:v>
                </c:pt>
                <c:pt idx="277">
                  <c:v>44.6</c:v>
                </c:pt>
                <c:pt idx="278">
                  <c:v>33.049999999999997</c:v>
                </c:pt>
                <c:pt idx="279">
                  <c:v>92.22</c:v>
                </c:pt>
                <c:pt idx="280">
                  <c:v>92.48</c:v>
                </c:pt>
                <c:pt idx="281">
                  <c:v>88.43</c:v>
                </c:pt>
                <c:pt idx="282">
                  <c:v>53.51</c:v>
                </c:pt>
                <c:pt idx="283">
                  <c:v>58.26</c:v>
                </c:pt>
                <c:pt idx="284">
                  <c:v>74.97</c:v>
                </c:pt>
                <c:pt idx="285">
                  <c:v>83.86</c:v>
                </c:pt>
                <c:pt idx="286">
                  <c:v>58.99</c:v>
                </c:pt>
                <c:pt idx="287">
                  <c:v>47.74</c:v>
                </c:pt>
                <c:pt idx="288">
                  <c:v>38.24</c:v>
                </c:pt>
                <c:pt idx="289">
                  <c:v>38.69</c:v>
                </c:pt>
                <c:pt idx="290">
                  <c:v>36.200000000000003</c:v>
                </c:pt>
                <c:pt idx="291">
                  <c:v>57.53</c:v>
                </c:pt>
                <c:pt idx="292">
                  <c:v>96.03</c:v>
                </c:pt>
                <c:pt idx="293">
                  <c:v>59.17</c:v>
                </c:pt>
                <c:pt idx="294">
                  <c:v>63.19</c:v>
                </c:pt>
                <c:pt idx="295">
                  <c:v>65.02</c:v>
                </c:pt>
                <c:pt idx="296">
                  <c:v>50.33</c:v>
                </c:pt>
                <c:pt idx="297">
                  <c:v>76.7</c:v>
                </c:pt>
                <c:pt idx="298">
                  <c:v>62.56</c:v>
                </c:pt>
                <c:pt idx="299">
                  <c:v>92.83</c:v>
                </c:pt>
                <c:pt idx="300">
                  <c:v>31.75</c:v>
                </c:pt>
                <c:pt idx="301">
                  <c:v>65.95</c:v>
                </c:pt>
                <c:pt idx="302">
                  <c:v>68.48</c:v>
                </c:pt>
                <c:pt idx="303">
                  <c:v>59.47</c:v>
                </c:pt>
                <c:pt idx="304">
                  <c:v>79.790000000000006</c:v>
                </c:pt>
                <c:pt idx="305">
                  <c:v>76.27</c:v>
                </c:pt>
                <c:pt idx="306">
                  <c:v>68.38</c:v>
                </c:pt>
                <c:pt idx="307">
                  <c:v>76.55</c:v>
                </c:pt>
                <c:pt idx="308">
                  <c:v>77.760000000000005</c:v>
                </c:pt>
                <c:pt idx="309">
                  <c:v>62.71</c:v>
                </c:pt>
                <c:pt idx="310">
                  <c:v>48.14</c:v>
                </c:pt>
                <c:pt idx="311">
                  <c:v>44.87</c:v>
                </c:pt>
                <c:pt idx="312">
                  <c:v>18.52</c:v>
                </c:pt>
                <c:pt idx="313">
                  <c:v>31.48</c:v>
                </c:pt>
                <c:pt idx="314">
                  <c:v>45.88</c:v>
                </c:pt>
                <c:pt idx="315">
                  <c:v>67.87</c:v>
                </c:pt>
                <c:pt idx="316">
                  <c:v>62.64</c:v>
                </c:pt>
                <c:pt idx="317">
                  <c:v>42.91</c:v>
                </c:pt>
                <c:pt idx="318">
                  <c:v>34.47</c:v>
                </c:pt>
                <c:pt idx="319">
                  <c:v>100.07</c:v>
                </c:pt>
                <c:pt idx="320">
                  <c:v>49.48</c:v>
                </c:pt>
                <c:pt idx="321">
                  <c:v>71.33</c:v>
                </c:pt>
                <c:pt idx="322">
                  <c:v>59.23</c:v>
                </c:pt>
                <c:pt idx="323">
                  <c:v>61.5</c:v>
                </c:pt>
                <c:pt idx="324">
                  <c:v>19.02</c:v>
                </c:pt>
                <c:pt idx="325">
                  <c:v>66.28</c:v>
                </c:pt>
                <c:pt idx="326">
                  <c:v>110.48</c:v>
                </c:pt>
                <c:pt idx="327">
                  <c:v>56.55</c:v>
                </c:pt>
                <c:pt idx="328">
                  <c:v>37.83</c:v>
                </c:pt>
                <c:pt idx="329">
                  <c:v>93.01</c:v>
                </c:pt>
                <c:pt idx="330">
                  <c:v>81.569999999999993</c:v>
                </c:pt>
                <c:pt idx="331">
                  <c:v>83.21</c:v>
                </c:pt>
                <c:pt idx="332">
                  <c:v>110.81</c:v>
                </c:pt>
                <c:pt idx="333">
                  <c:v>43.26</c:v>
                </c:pt>
                <c:pt idx="334">
                  <c:v>6.97</c:v>
                </c:pt>
                <c:pt idx="335">
                  <c:v>8</c:v>
                </c:pt>
                <c:pt idx="336">
                  <c:v>58</c:v>
                </c:pt>
                <c:pt idx="337">
                  <c:v>30.67</c:v>
                </c:pt>
                <c:pt idx="338">
                  <c:v>52.1</c:v>
                </c:pt>
                <c:pt idx="339">
                  <c:v>87.4</c:v>
                </c:pt>
                <c:pt idx="340">
                  <c:v>65.28</c:v>
                </c:pt>
                <c:pt idx="341">
                  <c:v>53.91</c:v>
                </c:pt>
                <c:pt idx="342">
                  <c:v>51.97</c:v>
                </c:pt>
                <c:pt idx="343">
                  <c:v>62.13</c:v>
                </c:pt>
                <c:pt idx="344">
                  <c:v>69.61</c:v>
                </c:pt>
                <c:pt idx="345">
                  <c:v>71.47</c:v>
                </c:pt>
                <c:pt idx="346">
                  <c:v>63.07</c:v>
                </c:pt>
                <c:pt idx="347">
                  <c:v>68.959999999999994</c:v>
                </c:pt>
                <c:pt idx="348">
                  <c:v>47.3</c:v>
                </c:pt>
                <c:pt idx="349">
                  <c:v>83.15</c:v>
                </c:pt>
                <c:pt idx="350">
                  <c:v>78.83</c:v>
                </c:pt>
                <c:pt idx="351">
                  <c:v>132.72999999999999</c:v>
                </c:pt>
                <c:pt idx="352">
                  <c:v>98.34</c:v>
                </c:pt>
                <c:pt idx="353">
                  <c:v>105.6</c:v>
                </c:pt>
                <c:pt idx="354">
                  <c:v>38.61</c:v>
                </c:pt>
                <c:pt idx="355">
                  <c:v>36.31</c:v>
                </c:pt>
                <c:pt idx="356">
                  <c:v>44.37</c:v>
                </c:pt>
                <c:pt idx="357">
                  <c:v>45.31</c:v>
                </c:pt>
                <c:pt idx="358">
                  <c:v>73.69</c:v>
                </c:pt>
                <c:pt idx="359">
                  <c:v>28.76</c:v>
                </c:pt>
                <c:pt idx="360">
                  <c:v>36.21</c:v>
                </c:pt>
                <c:pt idx="361">
                  <c:v>44.27</c:v>
                </c:pt>
                <c:pt idx="362">
                  <c:v>54.57</c:v>
                </c:pt>
                <c:pt idx="363">
                  <c:v>34.28</c:v>
                </c:pt>
                <c:pt idx="364">
                  <c:v>65.400000000000006</c:v>
                </c:pt>
                <c:pt idx="365">
                  <c:v>53.96</c:v>
                </c:pt>
                <c:pt idx="366">
                  <c:v>54.49</c:v>
                </c:pt>
                <c:pt idx="367">
                  <c:v>66.709999999999994</c:v>
                </c:pt>
                <c:pt idx="368">
                  <c:v>109.79</c:v>
                </c:pt>
                <c:pt idx="369">
                  <c:v>92.43</c:v>
                </c:pt>
                <c:pt idx="370">
                  <c:v>56.37</c:v>
                </c:pt>
                <c:pt idx="371">
                  <c:v>22.54</c:v>
                </c:pt>
                <c:pt idx="372">
                  <c:v>35.26</c:v>
                </c:pt>
                <c:pt idx="373">
                  <c:v>46.77</c:v>
                </c:pt>
                <c:pt idx="374">
                  <c:v>51.69</c:v>
                </c:pt>
                <c:pt idx="375">
                  <c:v>44.63</c:v>
                </c:pt>
                <c:pt idx="376">
                  <c:v>71.62</c:v>
                </c:pt>
                <c:pt idx="377">
                  <c:v>52.08</c:v>
                </c:pt>
                <c:pt idx="378">
                  <c:v>33.450000000000003</c:v>
                </c:pt>
                <c:pt idx="379">
                  <c:v>86.46</c:v>
                </c:pt>
                <c:pt idx="380">
                  <c:v>54.71</c:v>
                </c:pt>
                <c:pt idx="381">
                  <c:v>73.75</c:v>
                </c:pt>
                <c:pt idx="382">
                  <c:v>52.97</c:v>
                </c:pt>
                <c:pt idx="383">
                  <c:v>55.5</c:v>
                </c:pt>
                <c:pt idx="384">
                  <c:v>81.64</c:v>
                </c:pt>
                <c:pt idx="385">
                  <c:v>80.47</c:v>
                </c:pt>
                <c:pt idx="386">
                  <c:v>77.92</c:v>
                </c:pt>
                <c:pt idx="387">
                  <c:v>103.88</c:v>
                </c:pt>
                <c:pt idx="388">
                  <c:v>25.28</c:v>
                </c:pt>
                <c:pt idx="389">
                  <c:v>26.05</c:v>
                </c:pt>
                <c:pt idx="390">
                  <c:v>20.84</c:v>
                </c:pt>
                <c:pt idx="391">
                  <c:v>59.93</c:v>
                </c:pt>
                <c:pt idx="392">
                  <c:v>44.4</c:v>
                </c:pt>
                <c:pt idx="393">
                  <c:v>51.43</c:v>
                </c:pt>
                <c:pt idx="394">
                  <c:v>55.1</c:v>
                </c:pt>
                <c:pt idx="395">
                  <c:v>59.31</c:v>
                </c:pt>
                <c:pt idx="396">
                  <c:v>73.260000000000005</c:v>
                </c:pt>
                <c:pt idx="397">
                  <c:v>52.87</c:v>
                </c:pt>
                <c:pt idx="398">
                  <c:v>76.37</c:v>
                </c:pt>
                <c:pt idx="399">
                  <c:v>26.08</c:v>
                </c:pt>
                <c:pt idx="400">
                  <c:v>41.49</c:v>
                </c:pt>
                <c:pt idx="401">
                  <c:v>50.65</c:v>
                </c:pt>
                <c:pt idx="402">
                  <c:v>78.27</c:v>
                </c:pt>
                <c:pt idx="403">
                  <c:v>57.01</c:v>
                </c:pt>
                <c:pt idx="404">
                  <c:v>32.700000000000003</c:v>
                </c:pt>
                <c:pt idx="405">
                  <c:v>12.65</c:v>
                </c:pt>
                <c:pt idx="406">
                  <c:v>60.58</c:v>
                </c:pt>
                <c:pt idx="407">
                  <c:v>42.01</c:v>
                </c:pt>
                <c:pt idx="408">
                  <c:v>43.97</c:v>
                </c:pt>
                <c:pt idx="409">
                  <c:v>48.99</c:v>
                </c:pt>
                <c:pt idx="410">
                  <c:v>59.74</c:v>
                </c:pt>
                <c:pt idx="411">
                  <c:v>64.55</c:v>
                </c:pt>
                <c:pt idx="412">
                  <c:v>22.58</c:v>
                </c:pt>
                <c:pt idx="413">
                  <c:v>46.56</c:v>
                </c:pt>
                <c:pt idx="414">
                  <c:v>64.36</c:v>
                </c:pt>
                <c:pt idx="415">
                  <c:v>42.69</c:v>
                </c:pt>
                <c:pt idx="416">
                  <c:v>52.91</c:v>
                </c:pt>
                <c:pt idx="417">
                  <c:v>73.87</c:v>
                </c:pt>
                <c:pt idx="418">
                  <c:v>83.76</c:v>
                </c:pt>
                <c:pt idx="419">
                  <c:v>77.36</c:v>
                </c:pt>
                <c:pt idx="420">
                  <c:v>92.08</c:v>
                </c:pt>
                <c:pt idx="421">
                  <c:v>79.36</c:v>
                </c:pt>
                <c:pt idx="422">
                  <c:v>26.63</c:v>
                </c:pt>
                <c:pt idx="423">
                  <c:v>44.23</c:v>
                </c:pt>
                <c:pt idx="424">
                  <c:v>30.74</c:v>
                </c:pt>
                <c:pt idx="425">
                  <c:v>39.82</c:v>
                </c:pt>
                <c:pt idx="426">
                  <c:v>57.43</c:v>
                </c:pt>
                <c:pt idx="427">
                  <c:v>56.08</c:v>
                </c:pt>
                <c:pt idx="428">
                  <c:v>63.51</c:v>
                </c:pt>
                <c:pt idx="429">
                  <c:v>50.83</c:v>
                </c:pt>
                <c:pt idx="430">
                  <c:v>28.75</c:v>
                </c:pt>
                <c:pt idx="431">
                  <c:v>63.35</c:v>
                </c:pt>
                <c:pt idx="432">
                  <c:v>57</c:v>
                </c:pt>
                <c:pt idx="433">
                  <c:v>52.4</c:v>
                </c:pt>
                <c:pt idx="434">
                  <c:v>77.150000000000006</c:v>
                </c:pt>
                <c:pt idx="435">
                  <c:v>49.92</c:v>
                </c:pt>
                <c:pt idx="436">
                  <c:v>60.12</c:v>
                </c:pt>
                <c:pt idx="437">
                  <c:v>79.55</c:v>
                </c:pt>
                <c:pt idx="438">
                  <c:v>74.14</c:v>
                </c:pt>
                <c:pt idx="439">
                  <c:v>108.17</c:v>
                </c:pt>
                <c:pt idx="440">
                  <c:v>95.39</c:v>
                </c:pt>
                <c:pt idx="441">
                  <c:v>33.97</c:v>
                </c:pt>
                <c:pt idx="442">
                  <c:v>54.93</c:v>
                </c:pt>
                <c:pt idx="443">
                  <c:v>21.73</c:v>
                </c:pt>
                <c:pt idx="444">
                  <c:v>48.4</c:v>
                </c:pt>
                <c:pt idx="445">
                  <c:v>101.92</c:v>
                </c:pt>
                <c:pt idx="446">
                  <c:v>75.75</c:v>
                </c:pt>
                <c:pt idx="447">
                  <c:v>49.8</c:v>
                </c:pt>
                <c:pt idx="448">
                  <c:v>62.46</c:v>
                </c:pt>
                <c:pt idx="449">
                  <c:v>89.26</c:v>
                </c:pt>
                <c:pt idx="450">
                  <c:v>115.37</c:v>
                </c:pt>
                <c:pt idx="451">
                  <c:v>89.32</c:v>
                </c:pt>
                <c:pt idx="452">
                  <c:v>54.85</c:v>
                </c:pt>
                <c:pt idx="453">
                  <c:v>54.32</c:v>
                </c:pt>
                <c:pt idx="454">
                  <c:v>50.29</c:v>
                </c:pt>
                <c:pt idx="455">
                  <c:v>69.06</c:v>
                </c:pt>
                <c:pt idx="456">
                  <c:v>71.040000000000006</c:v>
                </c:pt>
                <c:pt idx="457">
                  <c:v>72.56</c:v>
                </c:pt>
                <c:pt idx="458">
                  <c:v>63.32</c:v>
                </c:pt>
                <c:pt idx="459">
                  <c:v>114.96</c:v>
                </c:pt>
                <c:pt idx="460">
                  <c:v>19.010000000000002</c:v>
                </c:pt>
                <c:pt idx="461">
                  <c:v>44.21</c:v>
                </c:pt>
                <c:pt idx="462">
                  <c:v>65.16</c:v>
                </c:pt>
                <c:pt idx="463">
                  <c:v>51.35</c:v>
                </c:pt>
                <c:pt idx="464">
                  <c:v>50.46</c:v>
                </c:pt>
                <c:pt idx="465">
                  <c:v>58.41</c:v>
                </c:pt>
                <c:pt idx="466">
                  <c:v>49.54</c:v>
                </c:pt>
                <c:pt idx="467">
                  <c:v>35.03</c:v>
                </c:pt>
                <c:pt idx="468">
                  <c:v>55.6</c:v>
                </c:pt>
                <c:pt idx="469">
                  <c:v>8.69</c:v>
                </c:pt>
                <c:pt idx="470">
                  <c:v>65.87</c:v>
                </c:pt>
                <c:pt idx="471">
                  <c:v>85.79</c:v>
                </c:pt>
                <c:pt idx="472">
                  <c:v>81.680000000000007</c:v>
                </c:pt>
                <c:pt idx="473">
                  <c:v>92.22</c:v>
                </c:pt>
                <c:pt idx="474">
                  <c:v>49.81</c:v>
                </c:pt>
                <c:pt idx="475">
                  <c:v>46.33</c:v>
                </c:pt>
                <c:pt idx="476">
                  <c:v>74.09</c:v>
                </c:pt>
                <c:pt idx="477">
                  <c:v>74.44</c:v>
                </c:pt>
                <c:pt idx="478">
                  <c:v>47.69</c:v>
                </c:pt>
                <c:pt idx="479">
                  <c:v>79.290000000000006</c:v>
                </c:pt>
                <c:pt idx="480">
                  <c:v>57.9</c:v>
                </c:pt>
                <c:pt idx="481">
                  <c:v>55.88</c:v>
                </c:pt>
                <c:pt idx="482">
                  <c:v>81.08</c:v>
                </c:pt>
                <c:pt idx="483">
                  <c:v>53.62</c:v>
                </c:pt>
                <c:pt idx="484">
                  <c:v>100.78</c:v>
                </c:pt>
                <c:pt idx="485">
                  <c:v>72.92</c:v>
                </c:pt>
                <c:pt idx="486">
                  <c:v>67.150000000000006</c:v>
                </c:pt>
                <c:pt idx="487">
                  <c:v>84.48</c:v>
                </c:pt>
                <c:pt idx="488">
                  <c:v>67.12</c:v>
                </c:pt>
                <c:pt idx="489">
                  <c:v>109.42</c:v>
                </c:pt>
                <c:pt idx="490">
                  <c:v>28.32</c:v>
                </c:pt>
                <c:pt idx="491">
                  <c:v>45.75</c:v>
                </c:pt>
                <c:pt idx="492">
                  <c:v>39.99</c:v>
                </c:pt>
                <c:pt idx="493">
                  <c:v>46.76</c:v>
                </c:pt>
                <c:pt idx="494">
                  <c:v>50.94</c:v>
                </c:pt>
                <c:pt idx="495">
                  <c:v>56.8</c:v>
                </c:pt>
                <c:pt idx="496">
                  <c:v>40.14</c:v>
                </c:pt>
                <c:pt idx="497">
                  <c:v>85.29</c:v>
                </c:pt>
                <c:pt idx="498">
                  <c:v>58.86</c:v>
                </c:pt>
                <c:pt idx="499">
                  <c:v>42.01</c:v>
                </c:pt>
                <c:pt idx="500">
                  <c:v>91.39</c:v>
                </c:pt>
                <c:pt idx="501">
                  <c:v>81.53</c:v>
                </c:pt>
                <c:pt idx="502">
                  <c:v>62.51</c:v>
                </c:pt>
                <c:pt idx="503">
                  <c:v>73.25</c:v>
                </c:pt>
                <c:pt idx="504">
                  <c:v>77.069999999999993</c:v>
                </c:pt>
                <c:pt idx="505">
                  <c:v>96.31</c:v>
                </c:pt>
                <c:pt idx="506">
                  <c:v>78.39</c:v>
                </c:pt>
                <c:pt idx="507">
                  <c:v>87.75</c:v>
                </c:pt>
                <c:pt idx="508">
                  <c:v>91.79</c:v>
                </c:pt>
                <c:pt idx="509">
                  <c:v>39.54</c:v>
                </c:pt>
                <c:pt idx="510">
                  <c:v>43.28</c:v>
                </c:pt>
                <c:pt idx="511">
                  <c:v>36.72</c:v>
                </c:pt>
                <c:pt idx="512">
                  <c:v>66.959999999999994</c:v>
                </c:pt>
                <c:pt idx="513">
                  <c:v>43.95</c:v>
                </c:pt>
                <c:pt idx="514">
                  <c:v>91.16</c:v>
                </c:pt>
                <c:pt idx="515">
                  <c:v>68.760000000000005</c:v>
                </c:pt>
                <c:pt idx="516">
                  <c:v>61.2</c:v>
                </c:pt>
                <c:pt idx="517">
                  <c:v>48.57</c:v>
                </c:pt>
                <c:pt idx="518">
                  <c:v>43.18</c:v>
                </c:pt>
                <c:pt idx="519">
                  <c:v>40.86</c:v>
                </c:pt>
                <c:pt idx="520">
                  <c:v>51</c:v>
                </c:pt>
                <c:pt idx="521">
                  <c:v>38.86</c:v>
                </c:pt>
                <c:pt idx="522">
                  <c:v>42.01</c:v>
                </c:pt>
                <c:pt idx="523">
                  <c:v>45.03</c:v>
                </c:pt>
                <c:pt idx="524">
                  <c:v>52.3</c:v>
                </c:pt>
                <c:pt idx="525">
                  <c:v>50.8</c:v>
                </c:pt>
                <c:pt idx="526">
                  <c:v>86.23</c:v>
                </c:pt>
                <c:pt idx="527">
                  <c:v>51.36</c:v>
                </c:pt>
                <c:pt idx="528">
                  <c:v>56.7</c:v>
                </c:pt>
                <c:pt idx="529">
                  <c:v>44.39</c:v>
                </c:pt>
                <c:pt idx="530">
                  <c:v>80.31</c:v>
                </c:pt>
                <c:pt idx="531">
                  <c:v>27.64</c:v>
                </c:pt>
                <c:pt idx="532">
                  <c:v>103.65</c:v>
                </c:pt>
                <c:pt idx="533">
                  <c:v>88.53</c:v>
                </c:pt>
                <c:pt idx="534">
                  <c:v>91.7</c:v>
                </c:pt>
                <c:pt idx="535">
                  <c:v>51.89</c:v>
                </c:pt>
                <c:pt idx="536">
                  <c:v>43.17</c:v>
                </c:pt>
                <c:pt idx="537">
                  <c:v>58.89</c:v>
                </c:pt>
                <c:pt idx="538">
                  <c:v>46.56</c:v>
                </c:pt>
                <c:pt idx="539">
                  <c:v>49.61</c:v>
                </c:pt>
                <c:pt idx="540">
                  <c:v>48.18</c:v>
                </c:pt>
                <c:pt idx="541">
                  <c:v>55.94</c:v>
                </c:pt>
                <c:pt idx="542">
                  <c:v>62.53</c:v>
                </c:pt>
                <c:pt idx="543">
                  <c:v>72.44</c:v>
                </c:pt>
                <c:pt idx="544">
                  <c:v>105.61</c:v>
                </c:pt>
                <c:pt idx="545">
                  <c:v>24.63</c:v>
                </c:pt>
                <c:pt idx="546">
                  <c:v>70.36</c:v>
                </c:pt>
                <c:pt idx="547">
                  <c:v>63.5</c:v>
                </c:pt>
                <c:pt idx="548">
                  <c:v>66.56</c:v>
                </c:pt>
                <c:pt idx="549">
                  <c:v>67.63</c:v>
                </c:pt>
                <c:pt idx="550">
                  <c:v>55.3</c:v>
                </c:pt>
                <c:pt idx="551">
                  <c:v>80</c:v>
                </c:pt>
                <c:pt idx="552">
                  <c:v>94.07</c:v>
                </c:pt>
                <c:pt idx="553">
                  <c:v>38.450000000000003</c:v>
                </c:pt>
                <c:pt idx="554">
                  <c:v>46.8</c:v>
                </c:pt>
                <c:pt idx="555">
                  <c:v>77.319999999999993</c:v>
                </c:pt>
                <c:pt idx="556">
                  <c:v>48.83</c:v>
                </c:pt>
                <c:pt idx="557">
                  <c:v>70.88</c:v>
                </c:pt>
                <c:pt idx="558">
                  <c:v>67.36</c:v>
                </c:pt>
                <c:pt idx="559">
                  <c:v>74.239999999999995</c:v>
                </c:pt>
                <c:pt idx="560">
                  <c:v>67.2</c:v>
                </c:pt>
                <c:pt idx="561">
                  <c:v>93.63</c:v>
                </c:pt>
                <c:pt idx="562">
                  <c:v>99.72</c:v>
                </c:pt>
                <c:pt idx="563">
                  <c:v>100.55</c:v>
                </c:pt>
                <c:pt idx="564">
                  <c:v>41.24</c:v>
                </c:pt>
                <c:pt idx="565">
                  <c:v>47.22</c:v>
                </c:pt>
                <c:pt idx="566">
                  <c:v>70.739999999999995</c:v>
                </c:pt>
                <c:pt idx="567">
                  <c:v>67.739999999999995</c:v>
                </c:pt>
                <c:pt idx="568">
                  <c:v>86.68</c:v>
                </c:pt>
                <c:pt idx="569">
                  <c:v>84.13</c:v>
                </c:pt>
                <c:pt idx="570">
                  <c:v>54.57</c:v>
                </c:pt>
                <c:pt idx="571">
                  <c:v>58.01</c:v>
                </c:pt>
                <c:pt idx="572">
                  <c:v>70.06</c:v>
                </c:pt>
                <c:pt idx="573">
                  <c:v>42.13</c:v>
                </c:pt>
                <c:pt idx="574">
                  <c:v>18.28</c:v>
                </c:pt>
                <c:pt idx="575">
                  <c:v>50.07</c:v>
                </c:pt>
                <c:pt idx="576">
                  <c:v>41.59</c:v>
                </c:pt>
                <c:pt idx="577">
                  <c:v>43.2</c:v>
                </c:pt>
                <c:pt idx="578">
                  <c:v>42.26</c:v>
                </c:pt>
                <c:pt idx="579">
                  <c:v>38.090000000000003</c:v>
                </c:pt>
                <c:pt idx="580">
                  <c:v>66.16</c:v>
                </c:pt>
                <c:pt idx="581">
                  <c:v>61.06</c:v>
                </c:pt>
                <c:pt idx="582">
                  <c:v>65.19</c:v>
                </c:pt>
                <c:pt idx="583">
                  <c:v>63.57</c:v>
                </c:pt>
                <c:pt idx="584">
                  <c:v>35.11</c:v>
                </c:pt>
                <c:pt idx="585">
                  <c:v>77.45</c:v>
                </c:pt>
                <c:pt idx="586">
                  <c:v>95.27</c:v>
                </c:pt>
                <c:pt idx="587">
                  <c:v>91.53</c:v>
                </c:pt>
                <c:pt idx="588">
                  <c:v>78.3</c:v>
                </c:pt>
                <c:pt idx="589">
                  <c:v>89.49</c:v>
                </c:pt>
                <c:pt idx="590">
                  <c:v>44.25</c:v>
                </c:pt>
                <c:pt idx="591">
                  <c:v>54.51</c:v>
                </c:pt>
                <c:pt idx="592">
                  <c:v>73.91</c:v>
                </c:pt>
                <c:pt idx="593">
                  <c:v>78.2</c:v>
                </c:pt>
                <c:pt idx="594">
                  <c:v>53</c:v>
                </c:pt>
                <c:pt idx="595">
                  <c:v>61.92</c:v>
                </c:pt>
                <c:pt idx="596">
                  <c:v>74.739999999999995</c:v>
                </c:pt>
                <c:pt idx="597">
                  <c:v>75.08</c:v>
                </c:pt>
                <c:pt idx="598">
                  <c:v>92.89</c:v>
                </c:pt>
                <c:pt idx="599">
                  <c:v>80.16</c:v>
                </c:pt>
                <c:pt idx="600">
                  <c:v>90.89</c:v>
                </c:pt>
                <c:pt idx="601">
                  <c:v>30.33</c:v>
                </c:pt>
                <c:pt idx="602">
                  <c:v>64.67</c:v>
                </c:pt>
                <c:pt idx="603">
                  <c:v>31.21</c:v>
                </c:pt>
                <c:pt idx="604">
                  <c:v>40.19</c:v>
                </c:pt>
                <c:pt idx="605">
                  <c:v>67.44</c:v>
                </c:pt>
                <c:pt idx="606">
                  <c:v>83.57</c:v>
                </c:pt>
                <c:pt idx="607">
                  <c:v>62.31</c:v>
                </c:pt>
                <c:pt idx="608">
                  <c:v>30.62</c:v>
                </c:pt>
                <c:pt idx="609">
                  <c:v>61.81</c:v>
                </c:pt>
                <c:pt idx="610">
                  <c:v>61.26</c:v>
                </c:pt>
                <c:pt idx="611">
                  <c:v>77.989999999999995</c:v>
                </c:pt>
                <c:pt idx="612">
                  <c:v>10.96</c:v>
                </c:pt>
                <c:pt idx="613">
                  <c:v>65.209999999999994</c:v>
                </c:pt>
                <c:pt idx="614">
                  <c:v>36.51</c:v>
                </c:pt>
                <c:pt idx="615">
                  <c:v>73.25</c:v>
                </c:pt>
                <c:pt idx="616">
                  <c:v>77.38</c:v>
                </c:pt>
                <c:pt idx="617">
                  <c:v>21.99</c:v>
                </c:pt>
                <c:pt idx="618">
                  <c:v>71.069999999999993</c:v>
                </c:pt>
                <c:pt idx="619">
                  <c:v>66.430000000000007</c:v>
                </c:pt>
                <c:pt idx="620">
                  <c:v>59.39</c:v>
                </c:pt>
                <c:pt idx="621">
                  <c:v>47.75</c:v>
                </c:pt>
                <c:pt idx="622">
                  <c:v>17.32</c:v>
                </c:pt>
                <c:pt idx="623">
                  <c:v>92.88</c:v>
                </c:pt>
                <c:pt idx="624">
                  <c:v>24.34</c:v>
                </c:pt>
                <c:pt idx="625">
                  <c:v>31.57</c:v>
                </c:pt>
                <c:pt idx="626">
                  <c:v>88.33</c:v>
                </c:pt>
                <c:pt idx="627">
                  <c:v>35.53</c:v>
                </c:pt>
                <c:pt idx="628">
                  <c:v>44.82</c:v>
                </c:pt>
                <c:pt idx="629">
                  <c:v>69.069999999999993</c:v>
                </c:pt>
                <c:pt idx="630">
                  <c:v>74.760000000000005</c:v>
                </c:pt>
                <c:pt idx="631">
                  <c:v>62.85</c:v>
                </c:pt>
                <c:pt idx="632">
                  <c:v>35.75</c:v>
                </c:pt>
                <c:pt idx="633">
                  <c:v>70.430000000000007</c:v>
                </c:pt>
                <c:pt idx="634">
                  <c:v>118.49</c:v>
                </c:pt>
                <c:pt idx="635">
                  <c:v>25.68</c:v>
                </c:pt>
                <c:pt idx="636">
                  <c:v>36.58</c:v>
                </c:pt>
                <c:pt idx="637">
                  <c:v>50.66</c:v>
                </c:pt>
                <c:pt idx="638">
                  <c:v>55.46</c:v>
                </c:pt>
                <c:pt idx="639">
                  <c:v>99.96</c:v>
                </c:pt>
                <c:pt idx="640">
                  <c:v>70.61</c:v>
                </c:pt>
                <c:pt idx="641">
                  <c:v>41.82</c:v>
                </c:pt>
                <c:pt idx="642">
                  <c:v>44.09</c:v>
                </c:pt>
                <c:pt idx="643">
                  <c:v>67.069999999999993</c:v>
                </c:pt>
                <c:pt idx="644">
                  <c:v>72.78</c:v>
                </c:pt>
                <c:pt idx="645">
                  <c:v>67.02</c:v>
                </c:pt>
                <c:pt idx="646">
                  <c:v>16.579999999999998</c:v>
                </c:pt>
                <c:pt idx="647">
                  <c:v>28.16</c:v>
                </c:pt>
                <c:pt idx="648">
                  <c:v>84.26</c:v>
                </c:pt>
                <c:pt idx="649">
                  <c:v>67.31</c:v>
                </c:pt>
                <c:pt idx="650">
                  <c:v>53.2</c:v>
                </c:pt>
                <c:pt idx="651">
                  <c:v>42.33</c:v>
                </c:pt>
                <c:pt idx="652">
                  <c:v>46.24</c:v>
                </c:pt>
                <c:pt idx="653">
                  <c:v>77.400000000000006</c:v>
                </c:pt>
                <c:pt idx="654">
                  <c:v>39.17</c:v>
                </c:pt>
                <c:pt idx="655">
                  <c:v>89.18</c:v>
                </c:pt>
                <c:pt idx="656">
                  <c:v>38.17</c:v>
                </c:pt>
                <c:pt idx="657">
                  <c:v>70.22</c:v>
                </c:pt>
                <c:pt idx="658">
                  <c:v>23.31</c:v>
                </c:pt>
                <c:pt idx="659">
                  <c:v>55.63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613-417F-9575-F2E4649C81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976944"/>
        <c:axId val="47982224"/>
      </c:scatterChart>
      <c:valAx>
        <c:axId val="47976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7982224"/>
        <c:crosses val="autoZero"/>
        <c:crossBetween val="midCat"/>
      </c:valAx>
      <c:valAx>
        <c:axId val="47982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.00\ &quot;€&quot;_-;\-* #\ ##0.00\ &quot;€&quot;_-;_-* &quot;-&quot;??\ &quot;€&quot;_-;_-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79769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65-43A5-BDB0-31BB664A326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865-43A5-BDB0-31BB664A3261}"/>
              </c:ext>
            </c:extLst>
          </c:dPt>
          <c:dLbls>
            <c:dLbl>
              <c:idx val="0"/>
              <c:layout>
                <c:manualLayout>
                  <c:x val="-0.14850792468163657"/>
                  <c:y val="8.9553677101561115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65-43A5-BDB0-31BB664A3261}"/>
                </c:ext>
              </c:extLst>
            </c:dLbl>
            <c:dLbl>
              <c:idx val="1"/>
              <c:layout>
                <c:manualLayout>
                  <c:x val="0.10213977407807975"/>
                  <c:y val="-5.5392358946800863E-2"/>
                </c:manualLayout>
              </c:layout>
              <c:tx>
                <c:rich>
                  <a:bodyPr/>
                  <a:lstStyle/>
                  <a:p>
                    <a:fld id="{418D1738-6515-414A-9CD2-F03984DF4AB1}" type="PERCENTAGE">
                      <a:rPr lang="en-US">
                        <a:solidFill>
                          <a:sysClr val="windowText" lastClr="000000"/>
                        </a:solidFill>
                      </a:rPr>
                      <a:pPr/>
                      <a:t>[POURCENTAGE]</a:t>
                    </a:fld>
                    <a:endParaRPr lang="fr-FR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865-43A5-BDB0-31BB664A32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'[Tableau^Mde^Mbord^M-^Metudiant-^MFévrier.xlsx]Tableau de bord'!$B$8:$B$10</c:f>
              <c:strCache>
                <c:ptCount val="2"/>
                <c:pt idx="0">
                  <c:v>bien de conso.</c:v>
                </c:pt>
                <c:pt idx="1">
                  <c:v>nourriture</c:v>
                </c:pt>
              </c:strCache>
              <c:extLst/>
            </c:strRef>
          </c:cat>
          <c:val>
            <c:numRef>
              <c:f>'[Tableau^Mde^Mbord^M-^Metudiant-^MFévrier.xlsx]Tableau de bord'!$H$8:$H$10</c:f>
              <c:numCache>
                <c:formatCode>#\ ##0\ "€"</c:formatCode>
                <c:ptCount val="2"/>
                <c:pt idx="0">
                  <c:v>14763.9</c:v>
                </c:pt>
                <c:pt idx="1">
                  <c:v>24898.82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0865-43A5-BDB0-31BB664A32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0.42402</cdr:x>
      <cdr:y>0.89732</cdr:y>
    </cdr:from>
    <cdr:to>
      <cdr:x>0.48636</cdr:x>
      <cdr:y>0.9522</cdr:y>
    </cdr:to>
    <cdr:sp macro="" textlink="">
      <cdr:nvSpPr>
        <cdr:cNvPr id="2" name="ZoneTexte 1">
          <a:extLst xmlns:a="http://schemas.openxmlformats.org/drawingml/2006/main">
            <a:ext uri="{FF2B5EF4-FFF2-40B4-BE49-F238E27FC236}">
              <a16:creationId xmlns:a16="http://schemas.microsoft.com/office/drawing/2014/main" id="{032E4014-1432-A9BC-8EBA-830C7215B219}"/>
            </a:ext>
          </a:extLst>
        </cdr:cNvPr>
        <cdr:cNvSpPr txBox="1"/>
      </cdr:nvSpPr>
      <cdr:spPr>
        <a:xfrm xmlns:a="http://schemas.openxmlformats.org/drawingml/2006/main">
          <a:off x="3938590" y="3987168"/>
          <a:ext cx="579120" cy="2438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fr-FR" sz="1100" dirty="0"/>
            <a:t>Mois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0.42402</cdr:x>
      <cdr:y>0.89732</cdr:y>
    </cdr:from>
    <cdr:to>
      <cdr:x>0.48636</cdr:x>
      <cdr:y>0.9522</cdr:y>
    </cdr:to>
    <cdr:sp macro="" textlink="">
      <cdr:nvSpPr>
        <cdr:cNvPr id="2" name="ZoneTexte 1">
          <a:extLst xmlns:a="http://schemas.openxmlformats.org/drawingml/2006/main">
            <a:ext uri="{FF2B5EF4-FFF2-40B4-BE49-F238E27FC236}">
              <a16:creationId xmlns:a16="http://schemas.microsoft.com/office/drawing/2014/main" id="{032E4014-1432-A9BC-8EBA-830C7215B219}"/>
            </a:ext>
          </a:extLst>
        </cdr:cNvPr>
        <cdr:cNvSpPr txBox="1"/>
      </cdr:nvSpPr>
      <cdr:spPr>
        <a:xfrm xmlns:a="http://schemas.openxmlformats.org/drawingml/2006/main">
          <a:off x="3938590" y="3987168"/>
          <a:ext cx="579120" cy="2438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fr-FR" sz="1100" dirty="0"/>
            <a:t>Mois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8E8F4-2BDB-4665-9E1E-EF8F8C694FB0}" type="datetimeFigureOut">
              <a:rPr lang="fr-FR" smtClean="0"/>
              <a:t>20/02/2025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02787-EBA8-4C51-BCDA-A6286EC76D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015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02787-EBA8-4C51-BCDA-A6286EC76D0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045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749CE2-26ED-99AB-3540-15DA16C62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Analyse vente du Grand Marché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5BB329-8280-226B-B04B-EF4D67B7EF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Thouvenin </a:t>
            </a:r>
          </a:p>
          <a:p>
            <a:r>
              <a:rPr lang="fr-FR" dirty="0"/>
              <a:t>THOMAS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611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2B4C4-73F5-CB6D-6D36-7BAF26FC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Introduction et Contexte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F835EF-DC79-DEA7-CB17-E4488BE93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Problématique : Pourquoi avons nous une baisse du CA malgré une hausse de visite?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Notre changement de stratégie s’est t’il révélé pertinent?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Anticiper les évolutions dans les prochains mois. </a:t>
            </a:r>
          </a:p>
        </p:txBody>
      </p:sp>
    </p:spTree>
    <p:extLst>
      <p:ext uri="{BB962C8B-B14F-4D97-AF65-F5344CB8AC3E}">
        <p14:creationId xmlns:p14="http://schemas.microsoft.com/office/powerpoint/2010/main" val="193571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75" name="Oval 74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F58C0A7-489E-9EA3-02A1-8D3F74BF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Évolution du Trafic et des Ventes</a:t>
            </a:r>
            <a:br>
              <a:rPr lang="en-US"/>
            </a:br>
            <a:endParaRPr lang="en-US"/>
          </a:p>
        </p:txBody>
      </p:sp>
      <p:pic>
        <p:nvPicPr>
          <p:cNvPr id="5" name="Espace réservé du contenu 4" descr="Une image contenant texte, capture d’écran, Tracé, ligne">
            <a:extLst>
              <a:ext uri="{FF2B5EF4-FFF2-40B4-BE49-F238E27FC236}">
                <a16:creationId xmlns:a16="http://schemas.microsoft.com/office/drawing/2014/main" id="{B980A0DB-B1DE-08D4-6B21-31EFAED0F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l="3354" r="867" b="-1"/>
          <a:stretch/>
        </p:blipFill>
        <p:spPr>
          <a:xfrm>
            <a:off x="607848" y="609601"/>
            <a:ext cx="6946288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729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49F1D-B452-0A66-DF8D-9EC1E54F7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EACD57-786B-A199-A342-6B482237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/>
              <a:t>Baisse du taux de conversion </a:t>
            </a:r>
            <a:br>
              <a:rPr lang="en-US" sz="4700"/>
            </a:br>
            <a:endParaRPr lang="en-US" sz="4700"/>
          </a:p>
        </p:txBody>
      </p:sp>
      <p:pic>
        <p:nvPicPr>
          <p:cNvPr id="7" name="Espace réservé du contenu 6" descr="Une image contenant ligne, Tracé, diagramme, capture d’écran">
            <a:extLst>
              <a:ext uri="{FF2B5EF4-FFF2-40B4-BE49-F238E27FC236}">
                <a16:creationId xmlns:a16="http://schemas.microsoft.com/office/drawing/2014/main" id="{90BC2658-F30C-A22B-C464-8C768272A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l="2054" r="2167" b="-1"/>
          <a:stretch/>
        </p:blipFill>
        <p:spPr>
          <a:xfrm>
            <a:off x="607848" y="609601"/>
            <a:ext cx="6946288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242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64700D6-58BA-3C14-FE97-F568EEF0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Temps passé sur le site vs Montant du Panier</a:t>
            </a:r>
          </a:p>
        </p:txBody>
      </p:sp>
      <p:pic>
        <p:nvPicPr>
          <p:cNvPr id="5" name="Espace réservé du contenu 4" descr="Une image contenant capture d’écran, visualisation">
            <a:extLst>
              <a:ext uri="{FF2B5EF4-FFF2-40B4-BE49-F238E27FC236}">
                <a16:creationId xmlns:a16="http://schemas.microsoft.com/office/drawing/2014/main" id="{C65C7119-CB54-706D-4FE2-651EF9050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l="1136" r="3085" b="-1"/>
          <a:stretch/>
        </p:blipFill>
        <p:spPr>
          <a:xfrm>
            <a:off x="607848" y="609601"/>
            <a:ext cx="6946288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5523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BC7AB-ECE5-ADCB-F76F-D1FFEECD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EB9A46-673E-857F-5DB0-FA6D2717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/>
              <a:t>Évolution des ventes par catégorie </a:t>
            </a:r>
          </a:p>
        </p:txBody>
      </p:sp>
      <p:pic>
        <p:nvPicPr>
          <p:cNvPr id="9" name="Espace réservé du contenu 8" descr="Une image contenant texte, capture d’écran, ligne, Caractère coloré">
            <a:extLst>
              <a:ext uri="{FF2B5EF4-FFF2-40B4-BE49-F238E27FC236}">
                <a16:creationId xmlns:a16="http://schemas.microsoft.com/office/drawing/2014/main" id="{48CDBB1A-80E3-6426-834D-87837441C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l="4222" r="-1" b="-1"/>
          <a:stretch/>
        </p:blipFill>
        <p:spPr>
          <a:xfrm>
            <a:off x="607848" y="609601"/>
            <a:ext cx="6946288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1168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DDE15C-083C-4AF2-2EF5-D9CD66046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1837" y="1454963"/>
            <a:ext cx="3342462" cy="33083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700"/>
              <a:t>Distribution du temps passé sur le site</a:t>
            </a:r>
          </a:p>
        </p:txBody>
      </p:sp>
      <p:pic>
        <p:nvPicPr>
          <p:cNvPr id="5" name="Image 4" descr="Une image contenant texte, diagramme, capture d’écran, Rectangle">
            <a:extLst>
              <a:ext uri="{FF2B5EF4-FFF2-40B4-BE49-F238E27FC236}">
                <a16:creationId xmlns:a16="http://schemas.microsoft.com/office/drawing/2014/main" id="{AF7F2310-BCDD-72D5-A0DA-2A8F875DA5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8" r="1303" b="-1"/>
          <a:stretch/>
        </p:blipFill>
        <p:spPr>
          <a:xfrm>
            <a:off x="607848" y="609601"/>
            <a:ext cx="6946288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364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8E3E3B-99D0-EF98-439D-94104E0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Première conclusion 	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6BDC78-003B-8F16-9F24-2CF99CF7D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Projection sur les prochains mois </a:t>
            </a:r>
          </a:p>
          <a:p>
            <a:pPr marL="0" indent="0">
              <a:buNone/>
            </a:pPr>
            <a:endParaRPr lang="fr-FR" dirty="0"/>
          </a:p>
          <a:p>
            <a:pPr lvl="1"/>
            <a:r>
              <a:rPr lang="fr-FR" dirty="0"/>
              <a:t>Croissances de ventes à améliorer</a:t>
            </a:r>
          </a:p>
          <a:p>
            <a:pPr lvl="2"/>
            <a:r>
              <a:rPr lang="fr-FR" dirty="0"/>
              <a:t>Améliorer notre taux de conversion</a:t>
            </a:r>
          </a:p>
          <a:p>
            <a:pPr lvl="1"/>
            <a:r>
              <a:rPr lang="fr-FR" dirty="0"/>
              <a:t>Expérience utilisateur </a:t>
            </a:r>
          </a:p>
          <a:p>
            <a:pPr lvl="2"/>
            <a:r>
              <a:rPr lang="fr-FR" dirty="0"/>
              <a:t>Simplifier navigation, recommandations produit</a:t>
            </a:r>
          </a:p>
          <a:p>
            <a:pPr lvl="1"/>
            <a:r>
              <a:rPr lang="fr-FR" dirty="0"/>
              <a:t>Adapter notre offre </a:t>
            </a:r>
          </a:p>
          <a:p>
            <a:pPr lvl="2"/>
            <a:r>
              <a:rPr lang="fr-FR" dirty="0"/>
              <a:t>Continuer le développement du secteur alimentaire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597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1CB01F-6F97-73DC-EBED-1480513B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fichier </a:t>
            </a:r>
            <a:r>
              <a:rPr lang="fr-FR" dirty="0" err="1"/>
              <a:t>excel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E728B5-E066-89A1-9F5E-43B90BF4A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Problématique : Analyse approfondie de l’impact du changement de stratégie </a:t>
            </a:r>
          </a:p>
          <a:p>
            <a:pPr lvl="1"/>
            <a:r>
              <a:rPr lang="fr-FR" dirty="0"/>
              <a:t>L’abandon des produit high tech était t’il pertinent?</a:t>
            </a:r>
          </a:p>
          <a:p>
            <a:pPr lvl="1"/>
            <a:r>
              <a:rPr lang="fr-FR" dirty="0"/>
              <a:t>A l’avenir doit on privilégier uniquement le secteur alimentaire?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0735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CCC932-49F6-69AE-98C8-BC3CBC33A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fr-FR">
                <a:solidFill>
                  <a:srgbClr val="F2F2F2"/>
                </a:solidFill>
              </a:rPr>
              <a:t>Evolution du CA entre les différente catégorie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92EC4657-450A-B16C-8272-CB6B80263D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200478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8934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A97963A1-9A4A-3545-3B72-09C1A3EC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fr-FR">
                <a:solidFill>
                  <a:srgbClr val="F2F2F2"/>
                </a:solidFill>
              </a:rPr>
              <a:t>CA</a:t>
            </a:r>
            <a:br>
              <a:rPr lang="fr-FR">
                <a:solidFill>
                  <a:srgbClr val="F2F2F2"/>
                </a:solidFill>
              </a:rPr>
            </a:br>
            <a:r>
              <a:rPr lang="fr-FR">
                <a:solidFill>
                  <a:srgbClr val="F2F2F2"/>
                </a:solidFill>
              </a:rPr>
              <a:t>différente catégorie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BE65D41-18FE-9985-1E16-1F800C99FD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9204296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488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810E80F-9C89-42DA-AC6A-CA9F6C0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D9710D-F695-7336-DB7A-138F291F7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492" y="1325880"/>
            <a:ext cx="3354807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CA de chaque catégorie 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5955B09-6DFD-41EE-8794-648DBC50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A1C8458-DBAA-4D00-98AC-E9890360D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72" name="Rounded Rectangle 4">
            <a:extLst>
              <a:ext uri="{FF2B5EF4-FFF2-40B4-BE49-F238E27FC236}">
                <a16:creationId xmlns:a16="http://schemas.microsoft.com/office/drawing/2014/main" id="{A8D15A26-D50C-4BE5-8A59-321D90248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591673"/>
            <a:ext cx="6272784" cy="562624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E9849FE3-93BD-D6D4-5162-86E12CFE1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9781210"/>
              </p:ext>
            </p:extLst>
          </p:nvPr>
        </p:nvGraphicFramePr>
        <p:xfrm>
          <a:off x="1127253" y="1078987"/>
          <a:ext cx="5307644" cy="4651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406935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810E80F-9C89-42DA-AC6A-CA9F6C0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C320426-F4FF-B0D7-1502-1A84417D0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492" y="1325880"/>
            <a:ext cx="3354807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Top 10 de </a:t>
            </a:r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nos</a:t>
            </a:r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clients</a:t>
            </a:r>
            <a:b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sz="54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5955B09-6DFD-41EE-8794-648DBC50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A1C8458-DBAA-4D00-98AC-E9890360D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72" name="Rounded Rectangle 4">
            <a:extLst>
              <a:ext uri="{FF2B5EF4-FFF2-40B4-BE49-F238E27FC236}">
                <a16:creationId xmlns:a16="http://schemas.microsoft.com/office/drawing/2014/main" id="{A8D15A26-D50C-4BE5-8A59-321D90248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591673"/>
            <a:ext cx="6272784" cy="562624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27D465BD-5C72-4D62-85E7-39E503E197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7071610"/>
              </p:ext>
            </p:extLst>
          </p:nvPr>
        </p:nvGraphicFramePr>
        <p:xfrm>
          <a:off x="1127253" y="1078987"/>
          <a:ext cx="5307644" cy="4651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032544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810E80F-9C89-42DA-AC6A-CA9F6C0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1FE739-DE98-AD0F-5532-0C1451C4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492" y="1325880"/>
            <a:ext cx="3354807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Montant du panier par rapport au temps d’achat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5955B09-6DFD-41EE-8794-648DBC50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A1C8458-DBAA-4D00-98AC-E9890360D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72" name="Rounded Rectangle 4">
            <a:extLst>
              <a:ext uri="{FF2B5EF4-FFF2-40B4-BE49-F238E27FC236}">
                <a16:creationId xmlns:a16="http://schemas.microsoft.com/office/drawing/2014/main" id="{A8D15A26-D50C-4BE5-8A59-321D90248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591673"/>
            <a:ext cx="6272784" cy="5626247"/>
          </a:xfrm>
          <a:prstGeom prst="roundRect">
            <a:avLst>
              <a:gd name="adj" fmla="val 0"/>
            </a:avLst>
          </a:prstGeom>
          <a:ln w="12700">
            <a:solidFill>
              <a:schemeClr val="bg2"/>
            </a:solidFill>
          </a:ln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50095809-F3E1-4E07-B276-C920F3248B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67118"/>
              </p:ext>
            </p:extLst>
          </p:nvPr>
        </p:nvGraphicFramePr>
        <p:xfrm>
          <a:off x="1127253" y="1078987"/>
          <a:ext cx="5307644" cy="4651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578636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7EB513-2D9A-C460-747B-8F2DB2CD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CA du </a:t>
            </a:r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mois</a:t>
            </a:r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de Février</a:t>
            </a:r>
            <a:b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sz="54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16988509-6CE6-3095-A850-5F328DE970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901704"/>
              </p:ext>
            </p:extLst>
          </p:nvPr>
        </p:nvGraphicFramePr>
        <p:xfrm>
          <a:off x="955392" y="965141"/>
          <a:ext cx="6275584" cy="4932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94813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C0271-171D-D99D-EBB5-A8C99012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	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/>
              <a:t>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A4660E-4061-618B-D10C-C7F55057F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stratégie d’abandonner le secteur High tech s’est révélé pertinente</a:t>
            </a:r>
          </a:p>
          <a:p>
            <a:r>
              <a:rPr lang="fr-FR" dirty="0"/>
              <a:t>Le chiffre d’affaire pour lé début de l’année est en hausse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Axe de stratégie pour l’avenir :</a:t>
            </a:r>
          </a:p>
          <a:p>
            <a:pPr lvl="1"/>
            <a:r>
              <a:rPr lang="fr-FR" dirty="0"/>
              <a:t>Se concentrer sur le secteur alimentaire 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Aidez le client a choisir rapidement ses produits afin d’améliorer le taux </a:t>
            </a:r>
            <a:r>
              <a:rPr lang="fr-FR"/>
              <a:t>de conversion </a:t>
            </a:r>
          </a:p>
          <a:p>
            <a:pPr marL="457200" lvl="1" indent="0">
              <a:buNone/>
            </a:pPr>
            <a:r>
              <a:rPr lang="fr-FR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46213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240</Words>
  <Application>Microsoft Office PowerPoint</Application>
  <PresentationFormat>Grand écran</PresentationFormat>
  <Paragraphs>48</Paragraphs>
  <Slides>16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Aptos</vt:lpstr>
      <vt:lpstr>Century Gothic</vt:lpstr>
      <vt:lpstr>Wingdings 3</vt:lpstr>
      <vt:lpstr>Ion</vt:lpstr>
      <vt:lpstr>Analyse vente du Grand Marché</vt:lpstr>
      <vt:lpstr>Introduction et Contexte </vt:lpstr>
      <vt:lpstr>Évolution du Trafic et des Ventes </vt:lpstr>
      <vt:lpstr>Baisse du taux de conversion  </vt:lpstr>
      <vt:lpstr>Temps passé sur le site vs Montant du Panier</vt:lpstr>
      <vt:lpstr>Évolution des ventes par catégorie </vt:lpstr>
      <vt:lpstr>Distribution du temps passé sur le site</vt:lpstr>
      <vt:lpstr>Première conclusion   </vt:lpstr>
      <vt:lpstr>Présentation du fichier excel</vt:lpstr>
      <vt:lpstr>Evolution du CA entre les différente catégorie </vt:lpstr>
      <vt:lpstr>CA différente catégorie </vt:lpstr>
      <vt:lpstr>CA de chaque catégorie </vt:lpstr>
      <vt:lpstr>Top 10 de nos clients </vt:lpstr>
      <vt:lpstr>Montant du panier par rapport au temps d’achat</vt:lpstr>
      <vt:lpstr>CA du mois de Février </vt:lpstr>
      <vt:lpstr>Conclusion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thouvenin</dc:creator>
  <cp:lastModifiedBy>thomas thouvenin</cp:lastModifiedBy>
  <cp:revision>1</cp:revision>
  <dcterms:created xsi:type="dcterms:W3CDTF">2025-02-06T14:24:35Z</dcterms:created>
  <dcterms:modified xsi:type="dcterms:W3CDTF">2025-02-20T12:33:43Z</dcterms:modified>
</cp:coreProperties>
</file>