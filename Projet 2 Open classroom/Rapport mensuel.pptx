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74E9E1-F70B-400A-B440-89CB4AB611B2}" v="2" dt="2024-10-11T09:04:49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9" autoAdjust="0"/>
    <p:restoredTop sz="94660"/>
  </p:normalViewPr>
  <p:slideViewPr>
    <p:cSldViewPr snapToGrid="0">
      <p:cViewPr>
        <p:scale>
          <a:sx n="90" d="100"/>
          <a:sy n="90" d="100"/>
        </p:scale>
        <p:origin x="216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thouvenin" userId="4fdab10e23d8eab5" providerId="LiveId" clId="{3A74E9E1-F70B-400A-B440-89CB4AB611B2}"/>
    <pc:docChg chg="custSel addSld delSld modSld">
      <pc:chgData name="thomas thouvenin" userId="4fdab10e23d8eab5" providerId="LiveId" clId="{3A74E9E1-F70B-400A-B440-89CB4AB611B2}" dt="2024-10-17T11:45:08.309" v="162" actId="20577"/>
      <pc:docMkLst>
        <pc:docMk/>
      </pc:docMkLst>
      <pc:sldChg chg="addSp delSp modSp mod">
        <pc:chgData name="thomas thouvenin" userId="4fdab10e23d8eab5" providerId="LiveId" clId="{3A74E9E1-F70B-400A-B440-89CB4AB611B2}" dt="2024-10-11T09:04:56.231" v="13" actId="1076"/>
        <pc:sldMkLst>
          <pc:docMk/>
          <pc:sldMk cId="2184966718" sldId="256"/>
        </pc:sldMkLst>
        <pc:spChg chg="mod">
          <ac:chgData name="thomas thouvenin" userId="4fdab10e23d8eab5" providerId="LiveId" clId="{3A74E9E1-F70B-400A-B440-89CB4AB611B2}" dt="2024-10-11T09:04:56.231" v="13" actId="1076"/>
          <ac:spMkLst>
            <pc:docMk/>
            <pc:sldMk cId="2184966718" sldId="256"/>
            <ac:spMk id="2" creationId="{91A83CF3-3805-1072-EEF7-5E686A47374E}"/>
          </ac:spMkLst>
        </pc:spChg>
        <pc:spChg chg="del mod">
          <ac:chgData name="thomas thouvenin" userId="4fdab10e23d8eab5" providerId="LiveId" clId="{3A74E9E1-F70B-400A-B440-89CB4AB611B2}" dt="2024-10-11T06:10:22.912" v="3" actId="478"/>
          <ac:spMkLst>
            <pc:docMk/>
            <pc:sldMk cId="2184966718" sldId="256"/>
            <ac:spMk id="3" creationId="{95B9737F-86B3-4592-C866-36AA8FEBE49F}"/>
          </ac:spMkLst>
        </pc:spChg>
        <pc:spChg chg="add del mod">
          <ac:chgData name="thomas thouvenin" userId="4fdab10e23d8eab5" providerId="LiveId" clId="{3A74E9E1-F70B-400A-B440-89CB4AB611B2}" dt="2024-10-11T06:10:30.723" v="4" actId="478"/>
          <ac:spMkLst>
            <pc:docMk/>
            <pc:sldMk cId="2184966718" sldId="256"/>
            <ac:spMk id="5" creationId="{48C5E0A8-D6C6-F2E0-C5E1-958F9EEA29EB}"/>
          </ac:spMkLst>
        </pc:spChg>
      </pc:sldChg>
      <pc:sldChg chg="modSp mod">
        <pc:chgData name="thomas thouvenin" userId="4fdab10e23d8eab5" providerId="LiveId" clId="{3A74E9E1-F70B-400A-B440-89CB4AB611B2}" dt="2024-10-11T09:05:12.990" v="19" actId="1076"/>
        <pc:sldMkLst>
          <pc:docMk/>
          <pc:sldMk cId="2638291299" sldId="257"/>
        </pc:sldMkLst>
        <pc:spChg chg="mod">
          <ac:chgData name="thomas thouvenin" userId="4fdab10e23d8eab5" providerId="LiveId" clId="{3A74E9E1-F70B-400A-B440-89CB4AB611B2}" dt="2024-10-11T09:04:49.686" v="12"/>
          <ac:spMkLst>
            <pc:docMk/>
            <pc:sldMk cId="2638291299" sldId="257"/>
            <ac:spMk id="2" creationId="{44E7D152-5283-F4FF-6D26-DD4CB2DFB013}"/>
          </ac:spMkLst>
        </pc:spChg>
        <pc:picChg chg="mod">
          <ac:chgData name="thomas thouvenin" userId="4fdab10e23d8eab5" providerId="LiveId" clId="{3A74E9E1-F70B-400A-B440-89CB4AB611B2}" dt="2024-10-11T09:05:12.990" v="19" actId="1076"/>
          <ac:picMkLst>
            <pc:docMk/>
            <pc:sldMk cId="2638291299" sldId="257"/>
            <ac:picMk id="5" creationId="{E9CA1FE8-04D2-D8BA-4CEB-2ABB4171ED5B}"/>
          </ac:picMkLst>
        </pc:picChg>
      </pc:sldChg>
      <pc:sldChg chg="modSp mod">
        <pc:chgData name="thomas thouvenin" userId="4fdab10e23d8eab5" providerId="LiveId" clId="{3A74E9E1-F70B-400A-B440-89CB4AB611B2}" dt="2024-10-11T09:08:41.124" v="31" actId="1076"/>
        <pc:sldMkLst>
          <pc:docMk/>
          <pc:sldMk cId="354607157" sldId="258"/>
        </pc:sldMkLst>
        <pc:spChg chg="mod">
          <ac:chgData name="thomas thouvenin" userId="4fdab10e23d8eab5" providerId="LiveId" clId="{3A74E9E1-F70B-400A-B440-89CB4AB611B2}" dt="2024-10-11T09:04:49.686" v="12"/>
          <ac:spMkLst>
            <pc:docMk/>
            <pc:sldMk cId="354607157" sldId="258"/>
            <ac:spMk id="2" creationId="{44E7D152-5283-F4FF-6D26-DD4CB2DFB013}"/>
          </ac:spMkLst>
        </pc:spChg>
        <pc:picChg chg="mod">
          <ac:chgData name="thomas thouvenin" userId="4fdab10e23d8eab5" providerId="LiveId" clId="{3A74E9E1-F70B-400A-B440-89CB4AB611B2}" dt="2024-10-11T09:08:41.124" v="31" actId="1076"/>
          <ac:picMkLst>
            <pc:docMk/>
            <pc:sldMk cId="354607157" sldId="258"/>
            <ac:picMk id="5" creationId="{8EED1677-1A6C-FC01-F48A-E52D3FAE5A11}"/>
          </ac:picMkLst>
        </pc:picChg>
      </pc:sldChg>
      <pc:sldChg chg="modSp mod">
        <pc:chgData name="thomas thouvenin" userId="4fdab10e23d8eab5" providerId="LiveId" clId="{3A74E9E1-F70B-400A-B440-89CB4AB611B2}" dt="2024-10-11T09:05:31.646" v="25" actId="1076"/>
        <pc:sldMkLst>
          <pc:docMk/>
          <pc:sldMk cId="1289727276" sldId="259"/>
        </pc:sldMkLst>
        <pc:spChg chg="mod">
          <ac:chgData name="thomas thouvenin" userId="4fdab10e23d8eab5" providerId="LiveId" clId="{3A74E9E1-F70B-400A-B440-89CB4AB611B2}" dt="2024-10-11T09:04:49.686" v="12"/>
          <ac:spMkLst>
            <pc:docMk/>
            <pc:sldMk cId="1289727276" sldId="259"/>
            <ac:spMk id="2" creationId="{44E7D152-5283-F4FF-6D26-DD4CB2DFB013}"/>
          </ac:spMkLst>
        </pc:spChg>
        <pc:picChg chg="mod">
          <ac:chgData name="thomas thouvenin" userId="4fdab10e23d8eab5" providerId="LiveId" clId="{3A74E9E1-F70B-400A-B440-89CB4AB611B2}" dt="2024-10-11T09:05:31.646" v="25" actId="1076"/>
          <ac:picMkLst>
            <pc:docMk/>
            <pc:sldMk cId="1289727276" sldId="259"/>
            <ac:picMk id="5" creationId="{582D40C2-5159-5067-0CC3-54E1980A745C}"/>
          </ac:picMkLst>
        </pc:picChg>
      </pc:sldChg>
      <pc:sldChg chg="modSp mod">
        <pc:chgData name="thomas thouvenin" userId="4fdab10e23d8eab5" providerId="LiveId" clId="{3A74E9E1-F70B-400A-B440-89CB4AB611B2}" dt="2024-10-11T09:05:37.394" v="27" actId="1076"/>
        <pc:sldMkLst>
          <pc:docMk/>
          <pc:sldMk cId="2506858192" sldId="260"/>
        </pc:sldMkLst>
        <pc:spChg chg="mod">
          <ac:chgData name="thomas thouvenin" userId="4fdab10e23d8eab5" providerId="LiveId" clId="{3A74E9E1-F70B-400A-B440-89CB4AB611B2}" dt="2024-10-11T09:04:49.686" v="12"/>
          <ac:spMkLst>
            <pc:docMk/>
            <pc:sldMk cId="2506858192" sldId="260"/>
            <ac:spMk id="2" creationId="{44E7D152-5283-F4FF-6D26-DD4CB2DFB013}"/>
          </ac:spMkLst>
        </pc:spChg>
        <pc:picChg chg="mod">
          <ac:chgData name="thomas thouvenin" userId="4fdab10e23d8eab5" providerId="LiveId" clId="{3A74E9E1-F70B-400A-B440-89CB4AB611B2}" dt="2024-10-11T09:05:37.394" v="27" actId="1076"/>
          <ac:picMkLst>
            <pc:docMk/>
            <pc:sldMk cId="2506858192" sldId="260"/>
            <ac:picMk id="5" creationId="{4F87EF48-AAAE-15E4-71B8-CBC9FAFEFC37}"/>
          </ac:picMkLst>
        </pc:picChg>
      </pc:sldChg>
      <pc:sldChg chg="modSp mod modNotesTx">
        <pc:chgData name="thomas thouvenin" userId="4fdab10e23d8eab5" providerId="LiveId" clId="{3A74E9E1-F70B-400A-B440-89CB4AB611B2}" dt="2024-10-17T11:45:08.309" v="162" actId="20577"/>
        <pc:sldMkLst>
          <pc:docMk/>
          <pc:sldMk cId="602859898" sldId="261"/>
        </pc:sldMkLst>
        <pc:spChg chg="mod">
          <ac:chgData name="thomas thouvenin" userId="4fdab10e23d8eab5" providerId="LiveId" clId="{3A74E9E1-F70B-400A-B440-89CB4AB611B2}" dt="2024-10-11T09:04:49.686" v="12"/>
          <ac:spMkLst>
            <pc:docMk/>
            <pc:sldMk cId="602859898" sldId="261"/>
            <ac:spMk id="2" creationId="{44E7D152-5283-F4FF-6D26-DD4CB2DFB013}"/>
          </ac:spMkLst>
        </pc:spChg>
        <pc:picChg chg="mod">
          <ac:chgData name="thomas thouvenin" userId="4fdab10e23d8eab5" providerId="LiveId" clId="{3A74E9E1-F70B-400A-B440-89CB4AB611B2}" dt="2024-10-11T09:05:44.702" v="29" actId="1076"/>
          <ac:picMkLst>
            <pc:docMk/>
            <pc:sldMk cId="602859898" sldId="261"/>
            <ac:picMk id="5" creationId="{1C5BFD56-4BC6-C41D-33CE-1BC01E6D5D0C}"/>
          </ac:picMkLst>
        </pc:picChg>
      </pc:sldChg>
      <pc:sldChg chg="modSp new del mod">
        <pc:chgData name="thomas thouvenin" userId="4fdab10e23d8eab5" providerId="LiveId" clId="{3A74E9E1-F70B-400A-B440-89CB4AB611B2}" dt="2024-10-11T09:12:46.155" v="32" actId="47"/>
        <pc:sldMkLst>
          <pc:docMk/>
          <pc:sldMk cId="3809938947" sldId="262"/>
        </pc:sldMkLst>
        <pc:spChg chg="mod">
          <ac:chgData name="thomas thouvenin" userId="4fdab10e23d8eab5" providerId="LiveId" clId="{3A74E9E1-F70B-400A-B440-89CB4AB611B2}" dt="2024-10-11T09:04:49.686" v="12"/>
          <ac:spMkLst>
            <pc:docMk/>
            <pc:sldMk cId="3809938947" sldId="262"/>
            <ac:spMk id="2" creationId="{2AF080D1-F0F8-2F7E-C00D-31EE37C41A1E}"/>
          </ac:spMkLst>
        </pc:spChg>
        <pc:spChg chg="mod">
          <ac:chgData name="thomas thouvenin" userId="4fdab10e23d8eab5" providerId="LiveId" clId="{3A74E9E1-F70B-400A-B440-89CB4AB611B2}" dt="2024-10-11T09:04:49.686" v="12"/>
          <ac:spMkLst>
            <pc:docMk/>
            <pc:sldMk cId="3809938947" sldId="262"/>
            <ac:spMk id="3" creationId="{7361B00F-A6DC-734D-1047-719F76A1A9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830570-13B3-410E-AB4D-C679F1838BE9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ACE8D-78D1-4FDA-9FC1-90240A10AA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05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voit que la médiane elle diminue au cours du temps mais la variance grandit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ACE8D-78D1-4FDA-9FC1-90240A10AA5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019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988612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39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0137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20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56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92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805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6014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447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000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816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62868A6A-CF6C-4CFE-997A-1C456829EBF7}" type="datetimeFigureOut">
              <a:rPr lang="fr-FR" smtClean="0"/>
              <a:t>17/10/2024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FDC551D-A312-41E8-B85A-076421A3603B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122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A83CF3-3805-1072-EEF7-5E686A473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4326" y="3062765"/>
            <a:ext cx="9144000" cy="2387600"/>
          </a:xfrm>
        </p:spPr>
        <p:txBody>
          <a:bodyPr/>
          <a:lstStyle/>
          <a:p>
            <a:r>
              <a:rPr lang="fr-FR" dirty="0"/>
              <a:t>Analyse de Performance E-commerce 2019-2020</a:t>
            </a:r>
          </a:p>
        </p:txBody>
      </p:sp>
    </p:spTree>
    <p:extLst>
      <p:ext uri="{BB962C8B-B14F-4D97-AF65-F5344CB8AC3E}">
        <p14:creationId xmlns:p14="http://schemas.microsoft.com/office/powerpoint/2010/main" val="218496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7D152-5283-F4FF-6D26-DD4CB2DF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Croissance du Trafic et des Ventes</a:t>
            </a:r>
          </a:p>
        </p:txBody>
      </p:sp>
      <p:pic>
        <p:nvPicPr>
          <p:cNvPr id="5" name="Espace réservé du contenu 4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E9CA1FE8-04D2-D8BA-4CEB-2ABB4171E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578" y="1428750"/>
            <a:ext cx="6801244" cy="5289858"/>
          </a:xfrm>
        </p:spPr>
      </p:pic>
    </p:spTree>
    <p:extLst>
      <p:ext uri="{BB962C8B-B14F-4D97-AF65-F5344CB8AC3E}">
        <p14:creationId xmlns:p14="http://schemas.microsoft.com/office/powerpoint/2010/main" val="263829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7D152-5283-F4FF-6D26-DD4CB2DF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 du taux de conversion </a:t>
            </a:r>
          </a:p>
        </p:txBody>
      </p:sp>
      <p:pic>
        <p:nvPicPr>
          <p:cNvPr id="5" name="Espace réservé du contenu 4" descr="Une image contenant ligne, Tracé, diagramme, capture d’écran&#10;&#10;Description générée automatiquement">
            <a:extLst>
              <a:ext uri="{FF2B5EF4-FFF2-40B4-BE49-F238E27FC236}">
                <a16:creationId xmlns:a16="http://schemas.microsoft.com/office/drawing/2014/main" id="{8EED1677-1A6C-FC01-F48A-E52D3FAE5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342" y="1359505"/>
            <a:ext cx="6823315" cy="5307023"/>
          </a:xfrm>
        </p:spPr>
      </p:pic>
    </p:spTree>
    <p:extLst>
      <p:ext uri="{BB962C8B-B14F-4D97-AF65-F5344CB8AC3E}">
        <p14:creationId xmlns:p14="http://schemas.microsoft.com/office/powerpoint/2010/main" val="35460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7D152-5283-F4FF-6D26-DD4CB2DF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Engagement des Utilisateurs</a:t>
            </a:r>
          </a:p>
        </p:txBody>
      </p:sp>
      <p:pic>
        <p:nvPicPr>
          <p:cNvPr id="5" name="Espace réservé du contenu 4" descr="Une image contenant capture d’écran, visualisation&#10;&#10;Description générée automatiquement">
            <a:extLst>
              <a:ext uri="{FF2B5EF4-FFF2-40B4-BE49-F238E27FC236}">
                <a16:creationId xmlns:a16="http://schemas.microsoft.com/office/drawing/2014/main" id="{582D40C2-5159-5067-0CC3-54E1980A7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894" y="1551939"/>
            <a:ext cx="6456542" cy="5021756"/>
          </a:xfrm>
        </p:spPr>
      </p:pic>
    </p:spTree>
    <p:extLst>
      <p:ext uri="{BB962C8B-B14F-4D97-AF65-F5344CB8AC3E}">
        <p14:creationId xmlns:p14="http://schemas.microsoft.com/office/powerpoint/2010/main" val="1289727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7D152-5283-F4FF-6D26-DD4CB2DF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Évolution des Catégories de Produits</a:t>
            </a:r>
          </a:p>
        </p:txBody>
      </p:sp>
      <p:pic>
        <p:nvPicPr>
          <p:cNvPr id="5" name="Espace réservé du contenu 4" descr="Une image contenant texte, capture d’écran, ligne, Caractère coloré&#10;&#10;Description générée automatiquement">
            <a:extLst>
              <a:ext uri="{FF2B5EF4-FFF2-40B4-BE49-F238E27FC236}">
                <a16:creationId xmlns:a16="http://schemas.microsoft.com/office/drawing/2014/main" id="{4F87EF48-AAAE-15E4-71B8-CBC9FAFEF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041" y="1428750"/>
            <a:ext cx="6677259" cy="5193425"/>
          </a:xfrm>
        </p:spPr>
      </p:pic>
    </p:spTree>
    <p:extLst>
      <p:ext uri="{BB962C8B-B14F-4D97-AF65-F5344CB8AC3E}">
        <p14:creationId xmlns:p14="http://schemas.microsoft.com/office/powerpoint/2010/main" val="2506858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7D152-5283-F4FF-6D26-DD4CB2DF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du Comportement Client</a:t>
            </a:r>
          </a:p>
        </p:txBody>
      </p:sp>
      <p:pic>
        <p:nvPicPr>
          <p:cNvPr id="5" name="Espace réservé du contenu 4" descr="Une image contenant texte, diagramme, capture d’écran, Rectangle&#10;&#10;Description générée automatiquement">
            <a:extLst>
              <a:ext uri="{FF2B5EF4-FFF2-40B4-BE49-F238E27FC236}">
                <a16:creationId xmlns:a16="http://schemas.microsoft.com/office/drawing/2014/main" id="{1C5BFD56-4BC6-C41D-33CE-1BC01E6D5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859" y="1228922"/>
            <a:ext cx="6904282" cy="5369998"/>
          </a:xfrm>
        </p:spPr>
      </p:pic>
    </p:spTree>
    <p:extLst>
      <p:ext uri="{BB962C8B-B14F-4D97-AF65-F5344CB8AC3E}">
        <p14:creationId xmlns:p14="http://schemas.microsoft.com/office/powerpoint/2010/main" val="602859898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263</TotalTime>
  <Words>44</Words>
  <Application>Microsoft Office PowerPoint</Application>
  <PresentationFormat>Grand écran</PresentationFormat>
  <Paragraphs>8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Aptos</vt:lpstr>
      <vt:lpstr>Franklin Gothic Book</vt:lpstr>
      <vt:lpstr>Cadrage</vt:lpstr>
      <vt:lpstr>Analyse de Performance E-commerce 2019-2020</vt:lpstr>
      <vt:lpstr>Croissance du Trafic et des Ventes</vt:lpstr>
      <vt:lpstr>Evolution du taux de conversion </vt:lpstr>
      <vt:lpstr>Engagement des Utilisateurs</vt:lpstr>
      <vt:lpstr>Évolution des Catégories de Produits</vt:lpstr>
      <vt:lpstr>Analyse du Comportement Client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thouvenin</dc:creator>
  <cp:lastModifiedBy>thomas thouvenin</cp:lastModifiedBy>
  <cp:revision>1</cp:revision>
  <dcterms:created xsi:type="dcterms:W3CDTF">2024-09-30T08:29:09Z</dcterms:created>
  <dcterms:modified xsi:type="dcterms:W3CDTF">2024-10-17T11:46:56Z</dcterms:modified>
</cp:coreProperties>
</file>